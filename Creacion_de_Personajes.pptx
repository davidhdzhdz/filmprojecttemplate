
<file path=[Content_Types].xml><?xml version="1.0" encoding="utf-8"?>
<Types xmlns="http://schemas.openxmlformats.org/package/2006/content-types">
  <Default Extension="jpeg" ContentType="image/jpeg"/>
  <Default Extension="jp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104" d="100"/>
          <a:sy n="104" d="100"/>
        </p:scale>
        <p:origin x="284" y="80"/>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viewProps" Target="view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presProps" Target="pres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Diapositiva de título">
    <p:spTree>
      <p:nvGrpSpPr>
        <p:cNvPr id="1" name=""/>
        <p:cNvGrpSpPr/>
        <p:nvPr/>
      </p:nvGrpSpPr>
      <p:grpSpPr>
        <a:xfrm>
          <a:off x="0" y="0"/>
          <a:ext cx="0" cy="0"/>
          <a:chOff x="0" y="0"/>
          <a:chExt cx="0" cy="0"/>
        </a:xfrm>
      </p:grpSpPr>
      <p:sp>
        <p:nvSpPr>
          <p:cNvPr id="7" name="Rectangle 6"/>
          <p:cNvSpPr/>
          <p:nvPr/>
        </p:nvSpPr>
        <p:spPr>
          <a:xfrm>
            <a:off x="3175" y="6400800"/>
            <a:ext cx="12188825" cy="4572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8" name="Rectangle 7"/>
          <p:cNvSpPr/>
          <p:nvPr/>
        </p:nvSpPr>
        <p:spPr>
          <a:xfrm>
            <a:off x="15" y="6334316"/>
            <a:ext cx="12188825" cy="6400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ctrTitle"/>
          </p:nvPr>
        </p:nvSpPr>
        <p:spPr>
          <a:xfrm>
            <a:off x="1097280" y="758952"/>
            <a:ext cx="10058400" cy="3566160"/>
          </a:xfrm>
        </p:spPr>
        <p:txBody>
          <a:bodyPr anchor="b">
            <a:normAutofit/>
          </a:bodyPr>
          <a:lstStyle>
            <a:lvl1pPr algn="l">
              <a:lnSpc>
                <a:spcPct val="85000"/>
              </a:lnSpc>
              <a:defRPr sz="8000" spc="-50" baseline="0">
                <a:solidFill>
                  <a:schemeClr val="tx1">
                    <a:lumMod val="85000"/>
                    <a:lumOff val="15000"/>
                  </a:schemeClr>
                </a:solidFill>
              </a:defRPr>
            </a:lvl1pPr>
          </a:lstStyle>
          <a:p>
            <a:r>
              <a:rPr lang="es-ES"/>
              <a:t>Haga clic para modificar el estilo de título del patrón</a:t>
            </a:r>
            <a:endParaRPr lang="en-US" dirty="0"/>
          </a:p>
        </p:txBody>
      </p:sp>
      <p:sp>
        <p:nvSpPr>
          <p:cNvPr id="3" name="Subtitle 2"/>
          <p:cNvSpPr>
            <a:spLocks noGrp="1"/>
          </p:cNvSpPr>
          <p:nvPr>
            <p:ph type="subTitle" idx="1"/>
          </p:nvPr>
        </p:nvSpPr>
        <p:spPr>
          <a:xfrm>
            <a:off x="1100051" y="4455620"/>
            <a:ext cx="10058400" cy="1143000"/>
          </a:xfrm>
        </p:spPr>
        <p:txBody>
          <a:bodyPr lIns="91440" rIns="91440">
            <a:normAutofit/>
          </a:bodyPr>
          <a:lstStyle>
            <a:lvl1pPr marL="0" indent="0" algn="l">
              <a:buNone/>
              <a:defRPr sz="2400" cap="all" spc="200" baseline="0">
                <a:solidFill>
                  <a:schemeClr val="tx2"/>
                </a:solidFill>
                <a:latin typeface="+mj-lt"/>
              </a:defRPr>
            </a:lvl1pPr>
            <a:lvl2pPr marL="457200" indent="0" algn="ctr">
              <a:buNone/>
              <a:defRPr sz="2400"/>
            </a:lvl2pPr>
            <a:lvl3pPr marL="914400" indent="0" algn="ctr">
              <a:buNone/>
              <a:defRPr sz="2400"/>
            </a:lvl3pPr>
            <a:lvl4pPr marL="1371600" indent="0" algn="ctr">
              <a:buNone/>
              <a:defRPr sz="2000"/>
            </a:lvl4pPr>
            <a:lvl5pPr marL="1828800" indent="0" algn="ctr">
              <a:buNone/>
              <a:defRPr sz="2000"/>
            </a:lvl5pPr>
            <a:lvl6pPr marL="2286000" indent="0" algn="ctr">
              <a:buNone/>
              <a:defRPr sz="2000"/>
            </a:lvl6pPr>
            <a:lvl7pPr marL="2743200" indent="0" algn="ctr">
              <a:buNone/>
              <a:defRPr sz="2000"/>
            </a:lvl7pPr>
            <a:lvl8pPr marL="3200400" indent="0" algn="ctr">
              <a:buNone/>
              <a:defRPr sz="2000"/>
            </a:lvl8pPr>
            <a:lvl9pPr marL="3657600" indent="0" algn="ctr">
              <a:buNone/>
              <a:defRPr sz="2000"/>
            </a:lvl9pPr>
          </a:lstStyle>
          <a:p>
            <a:r>
              <a:rPr lang="es-ES"/>
              <a:t>Haga clic para modificar el estilo de subtítulo del patrón</a:t>
            </a:r>
            <a:endParaRPr lang="en-US" dirty="0"/>
          </a:p>
        </p:txBody>
      </p:sp>
      <p:sp>
        <p:nvSpPr>
          <p:cNvPr id="4" name="Date Placeholder 3"/>
          <p:cNvSpPr>
            <a:spLocks noGrp="1"/>
          </p:cNvSpPr>
          <p:nvPr>
            <p:ph type="dt" sz="half" idx="10"/>
          </p:nvPr>
        </p:nvSpPr>
        <p:spPr/>
        <p:txBody>
          <a:bodyPr/>
          <a:lstStyle/>
          <a:p>
            <a:fld id="{2286C292-77EF-4BBA-AB00-CCEC9B204DC1}" type="datetimeFigureOut">
              <a:rPr lang="es-MX" smtClean="0"/>
              <a:t>03/07/2026</a:t>
            </a:fld>
            <a:endParaRPr lang="es-MX"/>
          </a:p>
        </p:txBody>
      </p:sp>
      <p:sp>
        <p:nvSpPr>
          <p:cNvPr id="5" name="Footer Placeholder 4"/>
          <p:cNvSpPr>
            <a:spLocks noGrp="1"/>
          </p:cNvSpPr>
          <p:nvPr>
            <p:ph type="ftr" sz="quarter" idx="11"/>
          </p:nvPr>
        </p:nvSpPr>
        <p:spPr/>
        <p:txBody>
          <a:bodyPr/>
          <a:lstStyle/>
          <a:p>
            <a:endParaRPr lang="es-MX"/>
          </a:p>
        </p:txBody>
      </p:sp>
      <p:sp>
        <p:nvSpPr>
          <p:cNvPr id="6" name="Slide Number Placeholder 5"/>
          <p:cNvSpPr>
            <a:spLocks noGrp="1"/>
          </p:cNvSpPr>
          <p:nvPr>
            <p:ph type="sldNum" sz="quarter" idx="12"/>
          </p:nvPr>
        </p:nvSpPr>
        <p:spPr/>
        <p:txBody>
          <a:bodyPr/>
          <a:lstStyle/>
          <a:p>
            <a:fld id="{619A347B-87F2-4D03-BDC9-15593867D6B0}" type="slidenum">
              <a:rPr lang="es-MX" smtClean="0"/>
              <a:t>‹Nº›</a:t>
            </a:fld>
            <a:endParaRPr lang="es-MX"/>
          </a:p>
        </p:txBody>
      </p:sp>
      <p:cxnSp>
        <p:nvCxnSpPr>
          <p:cNvPr id="9" name="Straight Connector 8"/>
          <p:cNvCxnSpPr/>
          <p:nvPr/>
        </p:nvCxnSpPr>
        <p:spPr>
          <a:xfrm>
            <a:off x="1207658" y="4343400"/>
            <a:ext cx="9875520" cy="0"/>
          </a:xfrm>
          <a:prstGeom prst="line">
            <a:avLst/>
          </a:prstGeom>
          <a:ln w="6350">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78976706"/>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ítulo y objetos">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marL="0">
              <a:defRPr/>
            </a:lvl1pPr>
          </a:lstStyle>
          <a:p>
            <a:r>
              <a:rPr lang="es-ES"/>
              <a:t>Haga clic para modificar el estilo de título del patrón</a:t>
            </a:r>
            <a:endParaRPr lang="en-US" dirty="0"/>
          </a:p>
        </p:txBody>
      </p:sp>
      <p:sp>
        <p:nvSpPr>
          <p:cNvPr id="3" name="Content Placeholder 2"/>
          <p:cNvSpPr>
            <a:spLocks noGrp="1"/>
          </p:cNvSpPr>
          <p:nvPr>
            <p:ph idx="1"/>
          </p:nvPr>
        </p:nvSpPr>
        <p:spPr/>
        <p:txBody>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n-US" dirty="0"/>
          </a:p>
        </p:txBody>
      </p:sp>
      <p:sp>
        <p:nvSpPr>
          <p:cNvPr id="4" name="Date Placeholder 3"/>
          <p:cNvSpPr>
            <a:spLocks noGrp="1"/>
          </p:cNvSpPr>
          <p:nvPr>
            <p:ph type="dt" sz="half" idx="10"/>
          </p:nvPr>
        </p:nvSpPr>
        <p:spPr/>
        <p:txBody>
          <a:bodyPr/>
          <a:lstStyle/>
          <a:p>
            <a:fld id="{2286C292-77EF-4BBA-AB00-CCEC9B204DC1}" type="datetimeFigureOut">
              <a:rPr lang="es-MX" smtClean="0"/>
              <a:t>03/07/2026</a:t>
            </a:fld>
            <a:endParaRPr lang="es-MX"/>
          </a:p>
        </p:txBody>
      </p:sp>
      <p:sp>
        <p:nvSpPr>
          <p:cNvPr id="5" name="Footer Placeholder 4"/>
          <p:cNvSpPr>
            <a:spLocks noGrp="1"/>
          </p:cNvSpPr>
          <p:nvPr>
            <p:ph type="ftr" sz="quarter" idx="11"/>
          </p:nvPr>
        </p:nvSpPr>
        <p:spPr/>
        <p:txBody>
          <a:bodyPr/>
          <a:lstStyle/>
          <a:p>
            <a:endParaRPr lang="es-MX"/>
          </a:p>
        </p:txBody>
      </p:sp>
      <p:sp>
        <p:nvSpPr>
          <p:cNvPr id="6" name="Slide Number Placeholder 5"/>
          <p:cNvSpPr>
            <a:spLocks noGrp="1"/>
          </p:cNvSpPr>
          <p:nvPr>
            <p:ph type="sldNum" sz="quarter" idx="12"/>
          </p:nvPr>
        </p:nvSpPr>
        <p:spPr/>
        <p:txBody>
          <a:bodyPr/>
          <a:lstStyle/>
          <a:p>
            <a:fld id="{619A347B-87F2-4D03-BDC9-15593867D6B0}" type="slidenum">
              <a:rPr lang="es-MX" smtClean="0"/>
              <a:t>‹Nº›</a:t>
            </a:fld>
            <a:endParaRPr lang="es-MX"/>
          </a:p>
        </p:txBody>
      </p:sp>
    </p:spTree>
    <p:extLst>
      <p:ext uri="{BB962C8B-B14F-4D97-AF65-F5344CB8AC3E}">
        <p14:creationId xmlns:p14="http://schemas.microsoft.com/office/powerpoint/2010/main" val="262449581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type="secHead" preserve="1">
  <p:cSld name="Encabezado de sección">
    <p:bg>
      <p:bgPr>
        <a:solidFill>
          <a:schemeClr val="bg1"/>
        </a:solidFill>
        <a:effectLst/>
      </p:bgPr>
    </p:bg>
    <p:spTree>
      <p:nvGrpSpPr>
        <p:cNvPr id="1" name=""/>
        <p:cNvGrpSpPr/>
        <p:nvPr/>
      </p:nvGrpSpPr>
      <p:grpSpPr>
        <a:xfrm>
          <a:off x="0" y="0"/>
          <a:ext cx="0" cy="0"/>
          <a:chOff x="0" y="0"/>
          <a:chExt cx="0" cy="0"/>
        </a:xfrm>
      </p:grpSpPr>
      <p:sp>
        <p:nvSpPr>
          <p:cNvPr id="7" name="Rectangle 6"/>
          <p:cNvSpPr/>
          <p:nvPr/>
        </p:nvSpPr>
        <p:spPr>
          <a:xfrm>
            <a:off x="3175" y="6400800"/>
            <a:ext cx="12188825" cy="4572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8" name="Rectangle 7"/>
          <p:cNvSpPr/>
          <p:nvPr/>
        </p:nvSpPr>
        <p:spPr>
          <a:xfrm>
            <a:off x="15" y="6334316"/>
            <a:ext cx="12188825" cy="6400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title"/>
          </p:nvPr>
        </p:nvSpPr>
        <p:spPr>
          <a:xfrm>
            <a:off x="1097280" y="758952"/>
            <a:ext cx="10058400" cy="3566160"/>
          </a:xfrm>
        </p:spPr>
        <p:txBody>
          <a:bodyPr anchor="b" anchorCtr="0">
            <a:normAutofit/>
          </a:bodyPr>
          <a:lstStyle>
            <a:lvl1pPr>
              <a:lnSpc>
                <a:spcPct val="85000"/>
              </a:lnSpc>
              <a:defRPr sz="8000" b="0">
                <a:solidFill>
                  <a:schemeClr val="tx1">
                    <a:lumMod val="85000"/>
                    <a:lumOff val="15000"/>
                  </a:schemeClr>
                </a:solidFill>
              </a:defRPr>
            </a:lvl1pPr>
          </a:lstStyle>
          <a:p>
            <a:r>
              <a:rPr lang="es-ES"/>
              <a:t>Haga clic para modificar el estilo de título del patrón</a:t>
            </a:r>
            <a:endParaRPr lang="en-US" dirty="0"/>
          </a:p>
        </p:txBody>
      </p:sp>
      <p:sp>
        <p:nvSpPr>
          <p:cNvPr id="3" name="Text Placeholder 2"/>
          <p:cNvSpPr>
            <a:spLocks noGrp="1"/>
          </p:cNvSpPr>
          <p:nvPr>
            <p:ph type="body" idx="1"/>
          </p:nvPr>
        </p:nvSpPr>
        <p:spPr>
          <a:xfrm>
            <a:off x="1097280" y="4453128"/>
            <a:ext cx="10058400" cy="1143000"/>
          </a:xfrm>
        </p:spPr>
        <p:txBody>
          <a:bodyPr lIns="91440" rIns="91440" anchor="t" anchorCtr="0">
            <a:normAutofit/>
          </a:bodyPr>
          <a:lstStyle>
            <a:lvl1pPr marL="0" indent="0">
              <a:buNone/>
              <a:defRPr sz="2400" cap="all" spc="200" baseline="0">
                <a:solidFill>
                  <a:schemeClr val="tx2"/>
                </a:solidFill>
                <a:latin typeface="+mj-lt"/>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s-ES"/>
              <a:t>Haga clic para modificar los estilos de texto del patrón</a:t>
            </a:r>
          </a:p>
        </p:txBody>
      </p:sp>
      <p:sp>
        <p:nvSpPr>
          <p:cNvPr id="4" name="Date Placeholder 3"/>
          <p:cNvSpPr>
            <a:spLocks noGrp="1"/>
          </p:cNvSpPr>
          <p:nvPr>
            <p:ph type="dt" sz="half" idx="10"/>
          </p:nvPr>
        </p:nvSpPr>
        <p:spPr/>
        <p:txBody>
          <a:bodyPr/>
          <a:lstStyle/>
          <a:p>
            <a:fld id="{2286C292-77EF-4BBA-AB00-CCEC9B204DC1}" type="datetimeFigureOut">
              <a:rPr lang="es-MX" smtClean="0"/>
              <a:t>03/07/2026</a:t>
            </a:fld>
            <a:endParaRPr lang="es-MX"/>
          </a:p>
        </p:txBody>
      </p:sp>
      <p:sp>
        <p:nvSpPr>
          <p:cNvPr id="5" name="Footer Placeholder 4"/>
          <p:cNvSpPr>
            <a:spLocks noGrp="1"/>
          </p:cNvSpPr>
          <p:nvPr>
            <p:ph type="ftr" sz="quarter" idx="11"/>
          </p:nvPr>
        </p:nvSpPr>
        <p:spPr/>
        <p:txBody>
          <a:bodyPr/>
          <a:lstStyle/>
          <a:p>
            <a:endParaRPr lang="es-MX"/>
          </a:p>
        </p:txBody>
      </p:sp>
      <p:sp>
        <p:nvSpPr>
          <p:cNvPr id="6" name="Slide Number Placeholder 5"/>
          <p:cNvSpPr>
            <a:spLocks noGrp="1"/>
          </p:cNvSpPr>
          <p:nvPr>
            <p:ph type="sldNum" sz="quarter" idx="12"/>
          </p:nvPr>
        </p:nvSpPr>
        <p:spPr/>
        <p:txBody>
          <a:bodyPr/>
          <a:lstStyle/>
          <a:p>
            <a:fld id="{619A347B-87F2-4D03-BDC9-15593867D6B0}" type="slidenum">
              <a:rPr lang="es-MX" smtClean="0"/>
              <a:t>‹Nº›</a:t>
            </a:fld>
            <a:endParaRPr lang="es-MX"/>
          </a:p>
        </p:txBody>
      </p:sp>
      <p:cxnSp>
        <p:nvCxnSpPr>
          <p:cNvPr id="9" name="Straight Connector 8"/>
          <p:cNvCxnSpPr/>
          <p:nvPr/>
        </p:nvCxnSpPr>
        <p:spPr>
          <a:xfrm>
            <a:off x="1207658" y="4343400"/>
            <a:ext cx="9875520" cy="0"/>
          </a:xfrm>
          <a:prstGeom prst="line">
            <a:avLst/>
          </a:prstGeom>
          <a:ln w="6350">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15348751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Dos objetos">
    <p:spTree>
      <p:nvGrpSpPr>
        <p:cNvPr id="1" name=""/>
        <p:cNvGrpSpPr/>
        <p:nvPr/>
      </p:nvGrpSpPr>
      <p:grpSpPr>
        <a:xfrm>
          <a:off x="0" y="0"/>
          <a:ext cx="0" cy="0"/>
          <a:chOff x="0" y="0"/>
          <a:chExt cx="0" cy="0"/>
        </a:xfrm>
      </p:grpSpPr>
      <p:sp>
        <p:nvSpPr>
          <p:cNvPr id="8" name="Title 7"/>
          <p:cNvSpPr>
            <a:spLocks noGrp="1"/>
          </p:cNvSpPr>
          <p:nvPr>
            <p:ph type="title"/>
          </p:nvPr>
        </p:nvSpPr>
        <p:spPr>
          <a:xfrm>
            <a:off x="1097280" y="286603"/>
            <a:ext cx="10058400" cy="1450757"/>
          </a:xfrm>
        </p:spPr>
        <p:txBody>
          <a:bodyPr/>
          <a:lstStyle/>
          <a:p>
            <a:r>
              <a:rPr lang="es-ES"/>
              <a:t>Haga clic para modificar el estilo de título del patrón</a:t>
            </a:r>
            <a:endParaRPr lang="en-US" dirty="0"/>
          </a:p>
        </p:txBody>
      </p:sp>
      <p:sp>
        <p:nvSpPr>
          <p:cNvPr id="3" name="Content Placeholder 2"/>
          <p:cNvSpPr>
            <a:spLocks noGrp="1"/>
          </p:cNvSpPr>
          <p:nvPr>
            <p:ph sz="half" idx="1"/>
          </p:nvPr>
        </p:nvSpPr>
        <p:spPr>
          <a:xfrm>
            <a:off x="1097279" y="1845734"/>
            <a:ext cx="4937760" cy="4023360"/>
          </a:xfrm>
        </p:spPr>
        <p:txBody>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n-US" dirty="0"/>
          </a:p>
        </p:txBody>
      </p:sp>
      <p:sp>
        <p:nvSpPr>
          <p:cNvPr id="4" name="Content Placeholder 3"/>
          <p:cNvSpPr>
            <a:spLocks noGrp="1"/>
          </p:cNvSpPr>
          <p:nvPr>
            <p:ph sz="half" idx="2"/>
          </p:nvPr>
        </p:nvSpPr>
        <p:spPr>
          <a:xfrm>
            <a:off x="6217920" y="1845735"/>
            <a:ext cx="4937760" cy="4023360"/>
          </a:xfrm>
        </p:spPr>
        <p:txBody>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n-US" dirty="0"/>
          </a:p>
        </p:txBody>
      </p:sp>
      <p:sp>
        <p:nvSpPr>
          <p:cNvPr id="5" name="Date Placeholder 4"/>
          <p:cNvSpPr>
            <a:spLocks noGrp="1"/>
          </p:cNvSpPr>
          <p:nvPr>
            <p:ph type="dt" sz="half" idx="10"/>
          </p:nvPr>
        </p:nvSpPr>
        <p:spPr/>
        <p:txBody>
          <a:bodyPr/>
          <a:lstStyle/>
          <a:p>
            <a:fld id="{2286C292-77EF-4BBA-AB00-CCEC9B204DC1}" type="datetimeFigureOut">
              <a:rPr lang="es-MX" smtClean="0"/>
              <a:t>03/07/2026</a:t>
            </a:fld>
            <a:endParaRPr lang="es-MX"/>
          </a:p>
        </p:txBody>
      </p:sp>
      <p:sp>
        <p:nvSpPr>
          <p:cNvPr id="6" name="Footer Placeholder 5"/>
          <p:cNvSpPr>
            <a:spLocks noGrp="1"/>
          </p:cNvSpPr>
          <p:nvPr>
            <p:ph type="ftr" sz="quarter" idx="11"/>
          </p:nvPr>
        </p:nvSpPr>
        <p:spPr/>
        <p:txBody>
          <a:bodyPr/>
          <a:lstStyle/>
          <a:p>
            <a:endParaRPr lang="es-MX"/>
          </a:p>
        </p:txBody>
      </p:sp>
      <p:sp>
        <p:nvSpPr>
          <p:cNvPr id="7" name="Slide Number Placeholder 6"/>
          <p:cNvSpPr>
            <a:spLocks noGrp="1"/>
          </p:cNvSpPr>
          <p:nvPr>
            <p:ph type="sldNum" sz="quarter" idx="12"/>
          </p:nvPr>
        </p:nvSpPr>
        <p:spPr/>
        <p:txBody>
          <a:bodyPr/>
          <a:lstStyle/>
          <a:p>
            <a:fld id="{619A347B-87F2-4D03-BDC9-15593867D6B0}" type="slidenum">
              <a:rPr lang="es-MX" smtClean="0"/>
              <a:t>‹Nº›</a:t>
            </a:fld>
            <a:endParaRPr lang="es-MX"/>
          </a:p>
        </p:txBody>
      </p:sp>
    </p:spTree>
    <p:extLst>
      <p:ext uri="{BB962C8B-B14F-4D97-AF65-F5344CB8AC3E}">
        <p14:creationId xmlns:p14="http://schemas.microsoft.com/office/powerpoint/2010/main" val="357064958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ación">
    <p:spTree>
      <p:nvGrpSpPr>
        <p:cNvPr id="1" name=""/>
        <p:cNvGrpSpPr/>
        <p:nvPr/>
      </p:nvGrpSpPr>
      <p:grpSpPr>
        <a:xfrm>
          <a:off x="0" y="0"/>
          <a:ext cx="0" cy="0"/>
          <a:chOff x="0" y="0"/>
          <a:chExt cx="0" cy="0"/>
        </a:xfrm>
      </p:grpSpPr>
      <p:sp>
        <p:nvSpPr>
          <p:cNvPr id="10" name="Title 9"/>
          <p:cNvSpPr>
            <a:spLocks noGrp="1"/>
          </p:cNvSpPr>
          <p:nvPr>
            <p:ph type="title"/>
          </p:nvPr>
        </p:nvSpPr>
        <p:spPr>
          <a:xfrm>
            <a:off x="1097280" y="286603"/>
            <a:ext cx="10058400" cy="1450757"/>
          </a:xfrm>
        </p:spPr>
        <p:txBody>
          <a:bodyPr/>
          <a:lstStyle/>
          <a:p>
            <a:r>
              <a:rPr lang="es-ES"/>
              <a:t>Haga clic para modificar el estilo de título del patrón</a:t>
            </a:r>
            <a:endParaRPr lang="en-US" dirty="0"/>
          </a:p>
        </p:txBody>
      </p:sp>
      <p:sp>
        <p:nvSpPr>
          <p:cNvPr id="3" name="Text Placeholder 2"/>
          <p:cNvSpPr>
            <a:spLocks noGrp="1"/>
          </p:cNvSpPr>
          <p:nvPr>
            <p:ph type="body" idx="1"/>
          </p:nvPr>
        </p:nvSpPr>
        <p:spPr>
          <a:xfrm>
            <a:off x="1097280" y="1846052"/>
            <a:ext cx="4937760" cy="736282"/>
          </a:xfrm>
        </p:spPr>
        <p:txBody>
          <a:bodyPr lIns="91440" rIns="91440" anchor="ctr">
            <a:normAutofit/>
          </a:bodyPr>
          <a:lstStyle>
            <a:lvl1pPr marL="0" indent="0">
              <a:buNone/>
              <a:defRPr sz="2000" b="0" cap="all" baseline="0">
                <a:solidFill>
                  <a:schemeClr val="tx2"/>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s-ES"/>
              <a:t>Haga clic para modificar los estilos de texto del patrón</a:t>
            </a:r>
          </a:p>
        </p:txBody>
      </p:sp>
      <p:sp>
        <p:nvSpPr>
          <p:cNvPr id="4" name="Content Placeholder 3"/>
          <p:cNvSpPr>
            <a:spLocks noGrp="1"/>
          </p:cNvSpPr>
          <p:nvPr>
            <p:ph sz="half" idx="2"/>
          </p:nvPr>
        </p:nvSpPr>
        <p:spPr>
          <a:xfrm>
            <a:off x="1097280" y="2582334"/>
            <a:ext cx="4937760" cy="3378200"/>
          </a:xfrm>
        </p:spPr>
        <p:txBody>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n-US" dirty="0"/>
          </a:p>
        </p:txBody>
      </p:sp>
      <p:sp>
        <p:nvSpPr>
          <p:cNvPr id="5" name="Text Placeholder 4"/>
          <p:cNvSpPr>
            <a:spLocks noGrp="1"/>
          </p:cNvSpPr>
          <p:nvPr>
            <p:ph type="body" sz="quarter" idx="3"/>
          </p:nvPr>
        </p:nvSpPr>
        <p:spPr>
          <a:xfrm>
            <a:off x="6217920" y="1846052"/>
            <a:ext cx="4937760" cy="736282"/>
          </a:xfrm>
        </p:spPr>
        <p:txBody>
          <a:bodyPr lIns="91440" rIns="91440" anchor="ctr">
            <a:normAutofit/>
          </a:bodyPr>
          <a:lstStyle>
            <a:lvl1pPr marL="0" indent="0">
              <a:buNone/>
              <a:defRPr sz="2000" b="0" cap="all" baseline="0">
                <a:solidFill>
                  <a:schemeClr val="tx2"/>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s-ES"/>
              <a:t>Haga clic para modificar los estilos de texto del patrón</a:t>
            </a:r>
          </a:p>
        </p:txBody>
      </p:sp>
      <p:sp>
        <p:nvSpPr>
          <p:cNvPr id="6" name="Content Placeholder 5"/>
          <p:cNvSpPr>
            <a:spLocks noGrp="1"/>
          </p:cNvSpPr>
          <p:nvPr>
            <p:ph sz="quarter" idx="4"/>
          </p:nvPr>
        </p:nvSpPr>
        <p:spPr>
          <a:xfrm>
            <a:off x="6217920" y="2582334"/>
            <a:ext cx="4937760" cy="3378200"/>
          </a:xfrm>
        </p:spPr>
        <p:txBody>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n-US" dirty="0"/>
          </a:p>
        </p:txBody>
      </p:sp>
      <p:sp>
        <p:nvSpPr>
          <p:cNvPr id="7" name="Date Placeholder 6"/>
          <p:cNvSpPr>
            <a:spLocks noGrp="1"/>
          </p:cNvSpPr>
          <p:nvPr>
            <p:ph type="dt" sz="half" idx="10"/>
          </p:nvPr>
        </p:nvSpPr>
        <p:spPr/>
        <p:txBody>
          <a:bodyPr/>
          <a:lstStyle/>
          <a:p>
            <a:fld id="{2286C292-77EF-4BBA-AB00-CCEC9B204DC1}" type="datetimeFigureOut">
              <a:rPr lang="es-MX" smtClean="0"/>
              <a:t>03/07/2026</a:t>
            </a:fld>
            <a:endParaRPr lang="es-MX"/>
          </a:p>
        </p:txBody>
      </p:sp>
      <p:sp>
        <p:nvSpPr>
          <p:cNvPr id="8" name="Footer Placeholder 7"/>
          <p:cNvSpPr>
            <a:spLocks noGrp="1"/>
          </p:cNvSpPr>
          <p:nvPr>
            <p:ph type="ftr" sz="quarter" idx="11"/>
          </p:nvPr>
        </p:nvSpPr>
        <p:spPr/>
        <p:txBody>
          <a:bodyPr/>
          <a:lstStyle/>
          <a:p>
            <a:endParaRPr lang="es-MX"/>
          </a:p>
        </p:txBody>
      </p:sp>
      <p:sp>
        <p:nvSpPr>
          <p:cNvPr id="9" name="Slide Number Placeholder 8"/>
          <p:cNvSpPr>
            <a:spLocks noGrp="1"/>
          </p:cNvSpPr>
          <p:nvPr>
            <p:ph type="sldNum" sz="quarter" idx="12"/>
          </p:nvPr>
        </p:nvSpPr>
        <p:spPr/>
        <p:txBody>
          <a:bodyPr/>
          <a:lstStyle/>
          <a:p>
            <a:fld id="{619A347B-87F2-4D03-BDC9-15593867D6B0}" type="slidenum">
              <a:rPr lang="es-MX" smtClean="0"/>
              <a:t>‹Nº›</a:t>
            </a:fld>
            <a:endParaRPr lang="es-MX"/>
          </a:p>
        </p:txBody>
      </p:sp>
    </p:spTree>
    <p:extLst>
      <p:ext uri="{BB962C8B-B14F-4D97-AF65-F5344CB8AC3E}">
        <p14:creationId xmlns:p14="http://schemas.microsoft.com/office/powerpoint/2010/main" val="343573560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Solo el título">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s-ES"/>
              <a:t>Haga clic para modificar el estilo de título del patrón</a:t>
            </a:r>
            <a:endParaRPr lang="en-US" dirty="0"/>
          </a:p>
        </p:txBody>
      </p:sp>
      <p:sp>
        <p:nvSpPr>
          <p:cNvPr id="3" name="Date Placeholder 2"/>
          <p:cNvSpPr>
            <a:spLocks noGrp="1"/>
          </p:cNvSpPr>
          <p:nvPr>
            <p:ph type="dt" sz="half" idx="10"/>
          </p:nvPr>
        </p:nvSpPr>
        <p:spPr/>
        <p:txBody>
          <a:bodyPr/>
          <a:lstStyle/>
          <a:p>
            <a:fld id="{2286C292-77EF-4BBA-AB00-CCEC9B204DC1}" type="datetimeFigureOut">
              <a:rPr lang="es-MX" smtClean="0"/>
              <a:t>03/07/2026</a:t>
            </a:fld>
            <a:endParaRPr lang="es-MX"/>
          </a:p>
        </p:txBody>
      </p:sp>
      <p:sp>
        <p:nvSpPr>
          <p:cNvPr id="4" name="Footer Placeholder 3"/>
          <p:cNvSpPr>
            <a:spLocks noGrp="1"/>
          </p:cNvSpPr>
          <p:nvPr>
            <p:ph type="ftr" sz="quarter" idx="11"/>
          </p:nvPr>
        </p:nvSpPr>
        <p:spPr/>
        <p:txBody>
          <a:bodyPr/>
          <a:lstStyle/>
          <a:p>
            <a:endParaRPr lang="es-MX"/>
          </a:p>
        </p:txBody>
      </p:sp>
      <p:sp>
        <p:nvSpPr>
          <p:cNvPr id="5" name="Slide Number Placeholder 4"/>
          <p:cNvSpPr>
            <a:spLocks noGrp="1"/>
          </p:cNvSpPr>
          <p:nvPr>
            <p:ph type="sldNum" sz="quarter" idx="12"/>
          </p:nvPr>
        </p:nvSpPr>
        <p:spPr/>
        <p:txBody>
          <a:bodyPr/>
          <a:lstStyle/>
          <a:p>
            <a:fld id="{619A347B-87F2-4D03-BDC9-15593867D6B0}" type="slidenum">
              <a:rPr lang="es-MX" smtClean="0"/>
              <a:t>‹Nº›</a:t>
            </a:fld>
            <a:endParaRPr lang="es-MX"/>
          </a:p>
        </p:txBody>
      </p:sp>
    </p:spTree>
    <p:extLst>
      <p:ext uri="{BB962C8B-B14F-4D97-AF65-F5344CB8AC3E}">
        <p14:creationId xmlns:p14="http://schemas.microsoft.com/office/powerpoint/2010/main" val="364020040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showMasterSp="0" type="blank" preserve="1">
  <p:cSld name="En blanco">
    <p:spTree>
      <p:nvGrpSpPr>
        <p:cNvPr id="1" name=""/>
        <p:cNvGrpSpPr/>
        <p:nvPr/>
      </p:nvGrpSpPr>
      <p:grpSpPr>
        <a:xfrm>
          <a:off x="0" y="0"/>
          <a:ext cx="0" cy="0"/>
          <a:chOff x="0" y="0"/>
          <a:chExt cx="0" cy="0"/>
        </a:xfrm>
      </p:grpSpPr>
      <p:sp>
        <p:nvSpPr>
          <p:cNvPr id="5" name="Rectangle 4"/>
          <p:cNvSpPr/>
          <p:nvPr/>
        </p:nvSpPr>
        <p:spPr>
          <a:xfrm>
            <a:off x="3175" y="6400800"/>
            <a:ext cx="12188825" cy="4572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6" name="Rectangle 5"/>
          <p:cNvSpPr/>
          <p:nvPr/>
        </p:nvSpPr>
        <p:spPr>
          <a:xfrm>
            <a:off x="15" y="6334316"/>
            <a:ext cx="12188825" cy="6400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7" name="Date Placeholder 6"/>
          <p:cNvSpPr>
            <a:spLocks noGrp="1"/>
          </p:cNvSpPr>
          <p:nvPr>
            <p:ph type="dt" sz="half" idx="10"/>
          </p:nvPr>
        </p:nvSpPr>
        <p:spPr/>
        <p:txBody>
          <a:bodyPr/>
          <a:lstStyle/>
          <a:p>
            <a:fld id="{2286C292-77EF-4BBA-AB00-CCEC9B204DC1}" type="datetimeFigureOut">
              <a:rPr lang="es-MX" smtClean="0"/>
              <a:t>03/07/2026</a:t>
            </a:fld>
            <a:endParaRPr lang="es-MX"/>
          </a:p>
        </p:txBody>
      </p:sp>
      <p:sp>
        <p:nvSpPr>
          <p:cNvPr id="8" name="Footer Placeholder 7"/>
          <p:cNvSpPr>
            <a:spLocks noGrp="1"/>
          </p:cNvSpPr>
          <p:nvPr>
            <p:ph type="ftr" sz="quarter" idx="11"/>
          </p:nvPr>
        </p:nvSpPr>
        <p:spPr/>
        <p:txBody>
          <a:bodyPr/>
          <a:lstStyle>
            <a:lvl1pPr>
              <a:defRPr>
                <a:solidFill>
                  <a:srgbClr val="FFFFFF"/>
                </a:solidFill>
              </a:defRPr>
            </a:lvl1pPr>
          </a:lstStyle>
          <a:p>
            <a:endParaRPr lang="es-MX"/>
          </a:p>
        </p:txBody>
      </p:sp>
      <p:sp>
        <p:nvSpPr>
          <p:cNvPr id="9" name="Slide Number Placeholder 8"/>
          <p:cNvSpPr>
            <a:spLocks noGrp="1"/>
          </p:cNvSpPr>
          <p:nvPr>
            <p:ph type="sldNum" sz="quarter" idx="12"/>
          </p:nvPr>
        </p:nvSpPr>
        <p:spPr/>
        <p:txBody>
          <a:bodyPr/>
          <a:lstStyle/>
          <a:p>
            <a:fld id="{619A347B-87F2-4D03-BDC9-15593867D6B0}" type="slidenum">
              <a:rPr lang="es-MX" smtClean="0"/>
              <a:t>‹Nº›</a:t>
            </a:fld>
            <a:endParaRPr lang="es-MX"/>
          </a:p>
        </p:txBody>
      </p:sp>
    </p:spTree>
    <p:extLst>
      <p:ext uri="{BB962C8B-B14F-4D97-AF65-F5344CB8AC3E}">
        <p14:creationId xmlns:p14="http://schemas.microsoft.com/office/powerpoint/2010/main" val="179484634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showMasterSp="0" type="objTx" preserve="1">
  <p:cSld name="Contenido con título">
    <p:spTree>
      <p:nvGrpSpPr>
        <p:cNvPr id="1" name=""/>
        <p:cNvGrpSpPr/>
        <p:nvPr/>
      </p:nvGrpSpPr>
      <p:grpSpPr>
        <a:xfrm>
          <a:off x="0" y="0"/>
          <a:ext cx="0" cy="0"/>
          <a:chOff x="0" y="0"/>
          <a:chExt cx="0" cy="0"/>
        </a:xfrm>
      </p:grpSpPr>
      <p:sp>
        <p:nvSpPr>
          <p:cNvPr id="8" name="Rectangle 7"/>
          <p:cNvSpPr/>
          <p:nvPr/>
        </p:nvSpPr>
        <p:spPr>
          <a:xfrm>
            <a:off x="16" y="0"/>
            <a:ext cx="4050791" cy="68580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9" name="Rectangle 8"/>
          <p:cNvSpPr/>
          <p:nvPr/>
        </p:nvSpPr>
        <p:spPr>
          <a:xfrm>
            <a:off x="4040071" y="0"/>
            <a:ext cx="64008" cy="68580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title"/>
          </p:nvPr>
        </p:nvSpPr>
        <p:spPr>
          <a:xfrm>
            <a:off x="457200" y="594359"/>
            <a:ext cx="3200400" cy="2286000"/>
          </a:xfrm>
        </p:spPr>
        <p:txBody>
          <a:bodyPr anchor="b">
            <a:normAutofit/>
          </a:bodyPr>
          <a:lstStyle>
            <a:lvl1pPr>
              <a:defRPr sz="3600" b="0">
                <a:solidFill>
                  <a:srgbClr val="FFFFFF"/>
                </a:solidFill>
              </a:defRPr>
            </a:lvl1pPr>
          </a:lstStyle>
          <a:p>
            <a:r>
              <a:rPr lang="es-ES"/>
              <a:t>Haga clic para modificar el estilo de título del patrón</a:t>
            </a:r>
            <a:endParaRPr lang="en-US" dirty="0"/>
          </a:p>
        </p:txBody>
      </p:sp>
      <p:sp>
        <p:nvSpPr>
          <p:cNvPr id="3" name="Content Placeholder 2"/>
          <p:cNvSpPr>
            <a:spLocks noGrp="1"/>
          </p:cNvSpPr>
          <p:nvPr>
            <p:ph idx="1"/>
          </p:nvPr>
        </p:nvSpPr>
        <p:spPr>
          <a:xfrm>
            <a:off x="4800600" y="731520"/>
            <a:ext cx="6492240" cy="5257800"/>
          </a:xfrm>
        </p:spPr>
        <p:txBody>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n-US" dirty="0"/>
          </a:p>
        </p:txBody>
      </p:sp>
      <p:sp>
        <p:nvSpPr>
          <p:cNvPr id="4" name="Text Placeholder 3"/>
          <p:cNvSpPr>
            <a:spLocks noGrp="1"/>
          </p:cNvSpPr>
          <p:nvPr>
            <p:ph type="body" sz="half" idx="2"/>
          </p:nvPr>
        </p:nvSpPr>
        <p:spPr>
          <a:xfrm>
            <a:off x="457200" y="2926080"/>
            <a:ext cx="3200400" cy="3379124"/>
          </a:xfrm>
        </p:spPr>
        <p:txBody>
          <a:bodyPr lIns="91440" rIns="91440">
            <a:normAutofit/>
          </a:bodyPr>
          <a:lstStyle>
            <a:lvl1pPr marL="0" indent="0">
              <a:buNone/>
              <a:defRPr sz="1500">
                <a:solidFill>
                  <a:srgbClr val="FFFFFF"/>
                </a:solidFill>
              </a:defRPr>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s-ES"/>
              <a:t>Haga clic para modificar los estilos de texto del patrón</a:t>
            </a:r>
          </a:p>
        </p:txBody>
      </p:sp>
      <p:sp>
        <p:nvSpPr>
          <p:cNvPr id="5" name="Date Placeholder 4"/>
          <p:cNvSpPr>
            <a:spLocks noGrp="1"/>
          </p:cNvSpPr>
          <p:nvPr>
            <p:ph type="dt" sz="half" idx="10"/>
          </p:nvPr>
        </p:nvSpPr>
        <p:spPr>
          <a:xfrm>
            <a:off x="465512" y="6459785"/>
            <a:ext cx="2618510" cy="365125"/>
          </a:xfrm>
        </p:spPr>
        <p:txBody>
          <a:bodyPr/>
          <a:lstStyle>
            <a:lvl1pPr algn="l">
              <a:defRPr/>
            </a:lvl1pPr>
          </a:lstStyle>
          <a:p>
            <a:fld id="{2286C292-77EF-4BBA-AB00-CCEC9B204DC1}" type="datetimeFigureOut">
              <a:rPr lang="es-MX" smtClean="0"/>
              <a:t>03/07/2026</a:t>
            </a:fld>
            <a:endParaRPr lang="es-MX"/>
          </a:p>
        </p:txBody>
      </p:sp>
      <p:sp>
        <p:nvSpPr>
          <p:cNvPr id="6" name="Footer Placeholder 5"/>
          <p:cNvSpPr>
            <a:spLocks noGrp="1"/>
          </p:cNvSpPr>
          <p:nvPr>
            <p:ph type="ftr" sz="quarter" idx="11"/>
          </p:nvPr>
        </p:nvSpPr>
        <p:spPr>
          <a:xfrm>
            <a:off x="4800600" y="6459785"/>
            <a:ext cx="4648200" cy="365125"/>
          </a:xfrm>
        </p:spPr>
        <p:txBody>
          <a:bodyPr/>
          <a:lstStyle>
            <a:lvl1pPr algn="l">
              <a:defRPr>
                <a:solidFill>
                  <a:schemeClr val="tx2"/>
                </a:solidFill>
              </a:defRPr>
            </a:lvl1pPr>
          </a:lstStyle>
          <a:p>
            <a:endParaRPr lang="es-MX"/>
          </a:p>
        </p:txBody>
      </p:sp>
      <p:sp>
        <p:nvSpPr>
          <p:cNvPr id="7" name="Slide Number Placeholder 6"/>
          <p:cNvSpPr>
            <a:spLocks noGrp="1"/>
          </p:cNvSpPr>
          <p:nvPr>
            <p:ph type="sldNum" sz="quarter" idx="12"/>
          </p:nvPr>
        </p:nvSpPr>
        <p:spPr/>
        <p:txBody>
          <a:bodyPr/>
          <a:lstStyle>
            <a:lvl1pPr>
              <a:defRPr>
                <a:solidFill>
                  <a:schemeClr val="tx2"/>
                </a:solidFill>
              </a:defRPr>
            </a:lvl1pPr>
          </a:lstStyle>
          <a:p>
            <a:fld id="{619A347B-87F2-4D03-BDC9-15593867D6B0}" type="slidenum">
              <a:rPr lang="es-MX" smtClean="0"/>
              <a:t>‹Nº›</a:t>
            </a:fld>
            <a:endParaRPr lang="es-MX"/>
          </a:p>
        </p:txBody>
      </p:sp>
    </p:spTree>
    <p:extLst>
      <p:ext uri="{BB962C8B-B14F-4D97-AF65-F5344CB8AC3E}">
        <p14:creationId xmlns:p14="http://schemas.microsoft.com/office/powerpoint/2010/main" val="707051205"/>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showMasterSp="0" type="picTx" preserve="1">
  <p:cSld name="Imagen con título">
    <p:spTree>
      <p:nvGrpSpPr>
        <p:cNvPr id="1" name=""/>
        <p:cNvGrpSpPr/>
        <p:nvPr/>
      </p:nvGrpSpPr>
      <p:grpSpPr>
        <a:xfrm>
          <a:off x="0" y="0"/>
          <a:ext cx="0" cy="0"/>
          <a:chOff x="0" y="0"/>
          <a:chExt cx="0" cy="0"/>
        </a:xfrm>
      </p:grpSpPr>
      <p:sp>
        <p:nvSpPr>
          <p:cNvPr id="8" name="Rectangle 7"/>
          <p:cNvSpPr/>
          <p:nvPr/>
        </p:nvSpPr>
        <p:spPr>
          <a:xfrm>
            <a:off x="0" y="4953000"/>
            <a:ext cx="12188825" cy="19050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9" name="Rectangle 8"/>
          <p:cNvSpPr/>
          <p:nvPr/>
        </p:nvSpPr>
        <p:spPr>
          <a:xfrm>
            <a:off x="15" y="4915076"/>
            <a:ext cx="12188825" cy="6400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title"/>
          </p:nvPr>
        </p:nvSpPr>
        <p:spPr>
          <a:xfrm>
            <a:off x="1097280" y="5074920"/>
            <a:ext cx="10113264" cy="822960"/>
          </a:xfrm>
        </p:spPr>
        <p:txBody>
          <a:bodyPr lIns="91440" tIns="0" rIns="91440" bIns="0" anchor="b">
            <a:noAutofit/>
          </a:bodyPr>
          <a:lstStyle>
            <a:lvl1pPr>
              <a:defRPr sz="3600" b="0">
                <a:solidFill>
                  <a:srgbClr val="FFFFFF"/>
                </a:solidFill>
              </a:defRPr>
            </a:lvl1pPr>
          </a:lstStyle>
          <a:p>
            <a:r>
              <a:rPr lang="es-ES"/>
              <a:t>Haga clic para modificar el estilo de título del patrón</a:t>
            </a:r>
            <a:endParaRPr lang="en-US" dirty="0"/>
          </a:p>
        </p:txBody>
      </p:sp>
      <p:sp>
        <p:nvSpPr>
          <p:cNvPr id="3" name="Picture Placeholder 2"/>
          <p:cNvSpPr>
            <a:spLocks noGrp="1" noChangeAspect="1"/>
          </p:cNvSpPr>
          <p:nvPr>
            <p:ph type="pic" idx="1"/>
          </p:nvPr>
        </p:nvSpPr>
        <p:spPr>
          <a:xfrm>
            <a:off x="15" y="0"/>
            <a:ext cx="12191985" cy="4915076"/>
          </a:xfrm>
          <a:blipFill>
            <a:blip r:embed="rId2"/>
            <a:stretch>
              <a:fillRect/>
            </a:stretch>
          </a:blipFill>
        </p:spPr>
        <p:txBody>
          <a:bodyPr lIns="457200" tIns="457200" anchor="t"/>
          <a:lstStyle>
            <a:lvl1pPr marL="0" indent="0">
              <a:buNone/>
              <a:defRPr sz="3200">
                <a:solidFill>
                  <a:schemeClr val="bg1"/>
                </a:solidFill>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s-ES"/>
              <a:t>Haga clic en el icono para agregar una imagen</a:t>
            </a:r>
            <a:endParaRPr lang="en-US" dirty="0"/>
          </a:p>
        </p:txBody>
      </p:sp>
      <p:sp>
        <p:nvSpPr>
          <p:cNvPr id="4" name="Text Placeholder 3"/>
          <p:cNvSpPr>
            <a:spLocks noGrp="1"/>
          </p:cNvSpPr>
          <p:nvPr>
            <p:ph type="body" sz="half" idx="2"/>
          </p:nvPr>
        </p:nvSpPr>
        <p:spPr>
          <a:xfrm>
            <a:off x="1097280" y="5907023"/>
            <a:ext cx="10113264" cy="594360"/>
          </a:xfrm>
        </p:spPr>
        <p:txBody>
          <a:bodyPr lIns="91440" tIns="0" rIns="91440" bIns="0">
            <a:normAutofit/>
          </a:bodyPr>
          <a:lstStyle>
            <a:lvl1pPr marL="0" indent="0">
              <a:spcBef>
                <a:spcPts val="0"/>
              </a:spcBef>
              <a:spcAft>
                <a:spcPts val="600"/>
              </a:spcAft>
              <a:buNone/>
              <a:defRPr sz="1500">
                <a:solidFill>
                  <a:srgbClr val="FFFFFF"/>
                </a:solidFill>
              </a:defRPr>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s-ES"/>
              <a:t>Haga clic para modificar los estilos de texto del patrón</a:t>
            </a:r>
          </a:p>
        </p:txBody>
      </p:sp>
      <p:sp>
        <p:nvSpPr>
          <p:cNvPr id="5" name="Date Placeholder 4"/>
          <p:cNvSpPr>
            <a:spLocks noGrp="1"/>
          </p:cNvSpPr>
          <p:nvPr>
            <p:ph type="dt" sz="half" idx="10"/>
          </p:nvPr>
        </p:nvSpPr>
        <p:spPr/>
        <p:txBody>
          <a:bodyPr/>
          <a:lstStyle/>
          <a:p>
            <a:fld id="{2286C292-77EF-4BBA-AB00-CCEC9B204DC1}" type="datetimeFigureOut">
              <a:rPr lang="es-MX" smtClean="0"/>
              <a:t>03/07/2026</a:t>
            </a:fld>
            <a:endParaRPr lang="es-MX"/>
          </a:p>
        </p:txBody>
      </p:sp>
      <p:sp>
        <p:nvSpPr>
          <p:cNvPr id="6" name="Footer Placeholder 5"/>
          <p:cNvSpPr>
            <a:spLocks noGrp="1"/>
          </p:cNvSpPr>
          <p:nvPr>
            <p:ph type="ftr" sz="quarter" idx="11"/>
          </p:nvPr>
        </p:nvSpPr>
        <p:spPr/>
        <p:txBody>
          <a:bodyPr/>
          <a:lstStyle/>
          <a:p>
            <a:endParaRPr lang="es-MX"/>
          </a:p>
        </p:txBody>
      </p:sp>
      <p:sp>
        <p:nvSpPr>
          <p:cNvPr id="7" name="Slide Number Placeholder 6"/>
          <p:cNvSpPr>
            <a:spLocks noGrp="1"/>
          </p:cNvSpPr>
          <p:nvPr>
            <p:ph type="sldNum" sz="quarter" idx="12"/>
          </p:nvPr>
        </p:nvSpPr>
        <p:spPr/>
        <p:txBody>
          <a:bodyPr/>
          <a:lstStyle/>
          <a:p>
            <a:fld id="{619A347B-87F2-4D03-BDC9-15593867D6B0}" type="slidenum">
              <a:rPr lang="es-MX" smtClean="0"/>
              <a:t>‹Nº›</a:t>
            </a:fld>
            <a:endParaRPr lang="es-MX"/>
          </a:p>
        </p:txBody>
      </p:sp>
    </p:spTree>
    <p:extLst>
      <p:ext uri="{BB962C8B-B14F-4D97-AF65-F5344CB8AC3E}">
        <p14:creationId xmlns:p14="http://schemas.microsoft.com/office/powerpoint/2010/main" val="268788222"/>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ítulo y texto vertical">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s-ES"/>
              <a:t>Haga clic para modificar el estilo de título del patrón</a:t>
            </a:r>
            <a:endParaRPr lang="en-US" dirty="0"/>
          </a:p>
        </p:txBody>
      </p:sp>
      <p:sp>
        <p:nvSpPr>
          <p:cNvPr id="3" name="Vertical Text Placeholder 2"/>
          <p:cNvSpPr>
            <a:spLocks noGrp="1"/>
          </p:cNvSpPr>
          <p:nvPr>
            <p:ph type="body" orient="vert" idx="1"/>
          </p:nvPr>
        </p:nvSpPr>
        <p:spPr/>
        <p:txBody>
          <a:bodyPr vert="eaVert" lIns="45720" tIns="0" rIns="45720" bIns="0"/>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n-US" dirty="0"/>
          </a:p>
        </p:txBody>
      </p:sp>
      <p:sp>
        <p:nvSpPr>
          <p:cNvPr id="4" name="Date Placeholder 3"/>
          <p:cNvSpPr>
            <a:spLocks noGrp="1"/>
          </p:cNvSpPr>
          <p:nvPr>
            <p:ph type="dt" sz="half" idx="10"/>
          </p:nvPr>
        </p:nvSpPr>
        <p:spPr/>
        <p:txBody>
          <a:bodyPr/>
          <a:lstStyle/>
          <a:p>
            <a:fld id="{2286C292-77EF-4BBA-AB00-CCEC9B204DC1}" type="datetimeFigureOut">
              <a:rPr lang="es-MX" smtClean="0"/>
              <a:t>03/07/2026</a:t>
            </a:fld>
            <a:endParaRPr lang="es-MX"/>
          </a:p>
        </p:txBody>
      </p:sp>
      <p:sp>
        <p:nvSpPr>
          <p:cNvPr id="5" name="Footer Placeholder 4"/>
          <p:cNvSpPr>
            <a:spLocks noGrp="1"/>
          </p:cNvSpPr>
          <p:nvPr>
            <p:ph type="ftr" sz="quarter" idx="11"/>
          </p:nvPr>
        </p:nvSpPr>
        <p:spPr/>
        <p:txBody>
          <a:bodyPr/>
          <a:lstStyle/>
          <a:p>
            <a:endParaRPr lang="es-MX"/>
          </a:p>
        </p:txBody>
      </p:sp>
      <p:sp>
        <p:nvSpPr>
          <p:cNvPr id="6" name="Slide Number Placeholder 5"/>
          <p:cNvSpPr>
            <a:spLocks noGrp="1"/>
          </p:cNvSpPr>
          <p:nvPr>
            <p:ph type="sldNum" sz="quarter" idx="12"/>
          </p:nvPr>
        </p:nvSpPr>
        <p:spPr/>
        <p:txBody>
          <a:bodyPr/>
          <a:lstStyle/>
          <a:p>
            <a:fld id="{619A347B-87F2-4D03-BDC9-15593867D6B0}" type="slidenum">
              <a:rPr lang="es-MX" smtClean="0"/>
              <a:t>‹Nº›</a:t>
            </a:fld>
            <a:endParaRPr lang="es-MX"/>
          </a:p>
        </p:txBody>
      </p:sp>
    </p:spTree>
    <p:extLst>
      <p:ext uri="{BB962C8B-B14F-4D97-AF65-F5344CB8AC3E}">
        <p14:creationId xmlns:p14="http://schemas.microsoft.com/office/powerpoint/2010/main" val="3076732949"/>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showMasterSp="0" type="vertTitleAndTx" preserve="1">
  <p:cSld name="Título vertical y texto">
    <p:spTree>
      <p:nvGrpSpPr>
        <p:cNvPr id="1" name=""/>
        <p:cNvGrpSpPr/>
        <p:nvPr/>
      </p:nvGrpSpPr>
      <p:grpSpPr>
        <a:xfrm>
          <a:off x="0" y="0"/>
          <a:ext cx="0" cy="0"/>
          <a:chOff x="0" y="0"/>
          <a:chExt cx="0" cy="0"/>
        </a:xfrm>
      </p:grpSpPr>
      <p:sp>
        <p:nvSpPr>
          <p:cNvPr id="7" name="Rectangle 6"/>
          <p:cNvSpPr/>
          <p:nvPr/>
        </p:nvSpPr>
        <p:spPr>
          <a:xfrm>
            <a:off x="3175" y="6400800"/>
            <a:ext cx="12188825" cy="4572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8" name="Rectangle 7"/>
          <p:cNvSpPr/>
          <p:nvPr/>
        </p:nvSpPr>
        <p:spPr>
          <a:xfrm>
            <a:off x="15" y="6334316"/>
            <a:ext cx="12188825" cy="6400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Vertical Title 1"/>
          <p:cNvSpPr>
            <a:spLocks noGrp="1"/>
          </p:cNvSpPr>
          <p:nvPr>
            <p:ph type="title" orient="vert"/>
          </p:nvPr>
        </p:nvSpPr>
        <p:spPr>
          <a:xfrm>
            <a:off x="8724900" y="414778"/>
            <a:ext cx="2628900" cy="5757421"/>
          </a:xfrm>
        </p:spPr>
        <p:txBody>
          <a:bodyPr vert="eaVert"/>
          <a:lstStyle/>
          <a:p>
            <a:r>
              <a:rPr lang="es-ES"/>
              <a:t>Haga clic para modificar el estilo de título del patrón</a:t>
            </a:r>
            <a:endParaRPr lang="en-US" dirty="0"/>
          </a:p>
        </p:txBody>
      </p:sp>
      <p:sp>
        <p:nvSpPr>
          <p:cNvPr id="3" name="Vertical Text Placeholder 2"/>
          <p:cNvSpPr>
            <a:spLocks noGrp="1"/>
          </p:cNvSpPr>
          <p:nvPr>
            <p:ph type="body" orient="vert" idx="1"/>
          </p:nvPr>
        </p:nvSpPr>
        <p:spPr>
          <a:xfrm>
            <a:off x="838200" y="414778"/>
            <a:ext cx="7734300" cy="5757422"/>
          </a:xfrm>
        </p:spPr>
        <p:txBody>
          <a:bodyPr vert="eaVert" lIns="45720" tIns="0" rIns="45720" bIns="0"/>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n-US" dirty="0"/>
          </a:p>
        </p:txBody>
      </p:sp>
      <p:sp>
        <p:nvSpPr>
          <p:cNvPr id="4" name="Date Placeholder 3"/>
          <p:cNvSpPr>
            <a:spLocks noGrp="1"/>
          </p:cNvSpPr>
          <p:nvPr>
            <p:ph type="dt" sz="half" idx="10"/>
          </p:nvPr>
        </p:nvSpPr>
        <p:spPr/>
        <p:txBody>
          <a:bodyPr/>
          <a:lstStyle/>
          <a:p>
            <a:fld id="{2286C292-77EF-4BBA-AB00-CCEC9B204DC1}" type="datetimeFigureOut">
              <a:rPr lang="es-MX" smtClean="0"/>
              <a:t>03/07/2026</a:t>
            </a:fld>
            <a:endParaRPr lang="es-MX"/>
          </a:p>
        </p:txBody>
      </p:sp>
      <p:sp>
        <p:nvSpPr>
          <p:cNvPr id="5" name="Footer Placeholder 4"/>
          <p:cNvSpPr>
            <a:spLocks noGrp="1"/>
          </p:cNvSpPr>
          <p:nvPr>
            <p:ph type="ftr" sz="quarter" idx="11"/>
          </p:nvPr>
        </p:nvSpPr>
        <p:spPr/>
        <p:txBody>
          <a:bodyPr/>
          <a:lstStyle/>
          <a:p>
            <a:endParaRPr lang="es-MX"/>
          </a:p>
        </p:txBody>
      </p:sp>
      <p:sp>
        <p:nvSpPr>
          <p:cNvPr id="6" name="Slide Number Placeholder 5"/>
          <p:cNvSpPr>
            <a:spLocks noGrp="1"/>
          </p:cNvSpPr>
          <p:nvPr>
            <p:ph type="sldNum" sz="quarter" idx="12"/>
          </p:nvPr>
        </p:nvSpPr>
        <p:spPr/>
        <p:txBody>
          <a:bodyPr/>
          <a:lstStyle/>
          <a:p>
            <a:fld id="{619A347B-87F2-4D03-BDC9-15593867D6B0}" type="slidenum">
              <a:rPr lang="es-MX" smtClean="0"/>
              <a:t>‹Nº›</a:t>
            </a:fld>
            <a:endParaRPr lang="es-MX"/>
          </a:p>
        </p:txBody>
      </p:sp>
    </p:spTree>
    <p:extLst>
      <p:ext uri="{BB962C8B-B14F-4D97-AF65-F5344CB8AC3E}">
        <p14:creationId xmlns:p14="http://schemas.microsoft.com/office/powerpoint/2010/main" val="2014373656"/>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tx" preserve="1">
  <p:cSld name="Título y text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CB7E6F2A-E055-D224-DB25-CB417D93B1C1}"/>
              </a:ext>
            </a:extLst>
          </p:cNvPr>
          <p:cNvSpPr>
            <a:spLocks noGrp="1"/>
          </p:cNvSpPr>
          <p:nvPr>
            <p:ph type="title"/>
          </p:nvPr>
        </p:nvSpPr>
        <p:spPr/>
        <p:txBody>
          <a:bodyPr/>
          <a:lstStyle/>
          <a:p>
            <a:r>
              <a:rPr lang="es-ES"/>
              <a:t>Haga clic para modificar el estilo de título del patrón</a:t>
            </a:r>
            <a:endParaRPr lang="es-MX"/>
          </a:p>
        </p:txBody>
      </p:sp>
      <p:sp>
        <p:nvSpPr>
          <p:cNvPr id="3" name="Marcador de texto 2">
            <a:extLst>
              <a:ext uri="{FF2B5EF4-FFF2-40B4-BE49-F238E27FC236}">
                <a16:creationId xmlns:a16="http://schemas.microsoft.com/office/drawing/2014/main" id="{46368FAE-CCF5-8E9A-5A02-C859919B4ACB}"/>
              </a:ext>
            </a:extLst>
          </p:cNvPr>
          <p:cNvSpPr>
            <a:spLocks noGrp="1"/>
          </p:cNvSpPr>
          <p:nvPr>
            <p:ph type="body" idx="1"/>
          </p:nvPr>
        </p:nvSpPr>
        <p:spPr/>
        <p:txBody>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s-MX"/>
          </a:p>
        </p:txBody>
      </p:sp>
      <p:sp>
        <p:nvSpPr>
          <p:cNvPr id="4" name="Marcador de fecha 3">
            <a:extLst>
              <a:ext uri="{FF2B5EF4-FFF2-40B4-BE49-F238E27FC236}">
                <a16:creationId xmlns:a16="http://schemas.microsoft.com/office/drawing/2014/main" id="{532A4027-1C2A-40E6-A5AF-6D97B85C934B}"/>
              </a:ext>
            </a:extLst>
          </p:cNvPr>
          <p:cNvSpPr>
            <a:spLocks noGrp="1"/>
          </p:cNvSpPr>
          <p:nvPr>
            <p:ph type="dt" sz="half" idx="10"/>
          </p:nvPr>
        </p:nvSpPr>
        <p:spPr/>
        <p:txBody>
          <a:bodyPr/>
          <a:lstStyle/>
          <a:p>
            <a:fld id="{2286C292-77EF-4BBA-AB00-CCEC9B204DC1}" type="datetimeFigureOut">
              <a:rPr lang="es-MX" smtClean="0"/>
              <a:t>03/07/2026</a:t>
            </a:fld>
            <a:endParaRPr lang="es-MX"/>
          </a:p>
        </p:txBody>
      </p:sp>
      <p:sp>
        <p:nvSpPr>
          <p:cNvPr id="5" name="Marcador de pie de página 4">
            <a:extLst>
              <a:ext uri="{FF2B5EF4-FFF2-40B4-BE49-F238E27FC236}">
                <a16:creationId xmlns:a16="http://schemas.microsoft.com/office/drawing/2014/main" id="{D970CAA2-F0BD-1430-AB90-E69A135C5F2F}"/>
              </a:ext>
            </a:extLst>
          </p:cNvPr>
          <p:cNvSpPr>
            <a:spLocks noGrp="1"/>
          </p:cNvSpPr>
          <p:nvPr>
            <p:ph type="ftr" sz="quarter" idx="11"/>
          </p:nvPr>
        </p:nvSpPr>
        <p:spPr/>
        <p:txBody>
          <a:bodyPr/>
          <a:lstStyle/>
          <a:p>
            <a:endParaRPr lang="es-MX"/>
          </a:p>
        </p:txBody>
      </p:sp>
      <p:sp>
        <p:nvSpPr>
          <p:cNvPr id="6" name="Marcador de número de diapositiva 5">
            <a:extLst>
              <a:ext uri="{FF2B5EF4-FFF2-40B4-BE49-F238E27FC236}">
                <a16:creationId xmlns:a16="http://schemas.microsoft.com/office/drawing/2014/main" id="{B73E2B63-E1BB-6C4A-6C30-0EA584DF48C3}"/>
              </a:ext>
            </a:extLst>
          </p:cNvPr>
          <p:cNvSpPr>
            <a:spLocks noGrp="1"/>
          </p:cNvSpPr>
          <p:nvPr>
            <p:ph type="sldNum" sz="quarter" idx="12"/>
          </p:nvPr>
        </p:nvSpPr>
        <p:spPr/>
        <p:txBody>
          <a:bodyPr/>
          <a:lstStyle/>
          <a:p>
            <a:fld id="{619A347B-87F2-4D03-BDC9-15593867D6B0}" type="slidenum">
              <a:rPr lang="es-MX" smtClean="0"/>
              <a:t>‹Nº›</a:t>
            </a:fld>
            <a:endParaRPr lang="es-MX"/>
          </a:p>
        </p:txBody>
      </p:sp>
    </p:spTree>
    <p:extLst>
      <p:ext uri="{BB962C8B-B14F-4D97-AF65-F5344CB8AC3E}">
        <p14:creationId xmlns:p14="http://schemas.microsoft.com/office/powerpoint/2010/main" val="2367151343"/>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7" name="Rectangle 6"/>
          <p:cNvSpPr/>
          <p:nvPr/>
        </p:nvSpPr>
        <p:spPr>
          <a:xfrm>
            <a:off x="1" y="6400800"/>
            <a:ext cx="12192000" cy="4572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9" name="Rectangle 8"/>
          <p:cNvSpPr/>
          <p:nvPr/>
        </p:nvSpPr>
        <p:spPr>
          <a:xfrm>
            <a:off x="0" y="6334316"/>
            <a:ext cx="12192001" cy="6599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Placeholder 1"/>
          <p:cNvSpPr>
            <a:spLocks noGrp="1"/>
          </p:cNvSpPr>
          <p:nvPr>
            <p:ph type="title"/>
          </p:nvPr>
        </p:nvSpPr>
        <p:spPr>
          <a:xfrm>
            <a:off x="1097280" y="286603"/>
            <a:ext cx="10058400" cy="1450757"/>
          </a:xfrm>
          <a:prstGeom prst="rect">
            <a:avLst/>
          </a:prstGeom>
        </p:spPr>
        <p:txBody>
          <a:bodyPr vert="horz" lIns="91440" tIns="45720" rIns="91440" bIns="45720" rtlCol="0" anchor="b">
            <a:normAutofit/>
          </a:bodyPr>
          <a:lstStyle/>
          <a:p>
            <a:r>
              <a:rPr lang="es-ES"/>
              <a:t>Haga clic para modificar el estilo de título del patrón</a:t>
            </a:r>
            <a:endParaRPr lang="en-US" dirty="0"/>
          </a:p>
        </p:txBody>
      </p:sp>
      <p:sp>
        <p:nvSpPr>
          <p:cNvPr id="3" name="Text Placeholder 2"/>
          <p:cNvSpPr>
            <a:spLocks noGrp="1"/>
          </p:cNvSpPr>
          <p:nvPr>
            <p:ph type="body" idx="1"/>
          </p:nvPr>
        </p:nvSpPr>
        <p:spPr>
          <a:xfrm>
            <a:off x="1097280" y="1845734"/>
            <a:ext cx="10058400" cy="4023360"/>
          </a:xfrm>
          <a:prstGeom prst="rect">
            <a:avLst/>
          </a:prstGeom>
        </p:spPr>
        <p:txBody>
          <a:bodyPr vert="horz" lIns="0" tIns="45720" rIns="0" bIns="45720" rtlCol="0">
            <a:normAutofit/>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n-US" dirty="0"/>
          </a:p>
        </p:txBody>
      </p:sp>
      <p:sp>
        <p:nvSpPr>
          <p:cNvPr id="4" name="Date Placeholder 3"/>
          <p:cNvSpPr>
            <a:spLocks noGrp="1"/>
          </p:cNvSpPr>
          <p:nvPr>
            <p:ph type="dt" sz="half" idx="2"/>
          </p:nvPr>
        </p:nvSpPr>
        <p:spPr>
          <a:xfrm>
            <a:off x="1097280" y="6459785"/>
            <a:ext cx="2472271" cy="365125"/>
          </a:xfrm>
          <a:prstGeom prst="rect">
            <a:avLst/>
          </a:prstGeom>
        </p:spPr>
        <p:txBody>
          <a:bodyPr vert="horz" lIns="91440" tIns="45720" rIns="91440" bIns="45720" rtlCol="0" anchor="ctr"/>
          <a:lstStyle>
            <a:lvl1pPr algn="l">
              <a:defRPr sz="900">
                <a:solidFill>
                  <a:srgbClr val="FFFFFF"/>
                </a:solidFill>
              </a:defRPr>
            </a:lvl1pPr>
          </a:lstStyle>
          <a:p>
            <a:fld id="{2286C292-77EF-4BBA-AB00-CCEC9B204DC1}" type="datetimeFigureOut">
              <a:rPr lang="es-MX" smtClean="0"/>
              <a:t>03/07/2026</a:t>
            </a:fld>
            <a:endParaRPr lang="es-MX"/>
          </a:p>
        </p:txBody>
      </p:sp>
      <p:sp>
        <p:nvSpPr>
          <p:cNvPr id="5" name="Footer Placeholder 4"/>
          <p:cNvSpPr>
            <a:spLocks noGrp="1"/>
          </p:cNvSpPr>
          <p:nvPr>
            <p:ph type="ftr" sz="quarter" idx="3"/>
          </p:nvPr>
        </p:nvSpPr>
        <p:spPr>
          <a:xfrm>
            <a:off x="3686185" y="6459785"/>
            <a:ext cx="4822804" cy="365125"/>
          </a:xfrm>
          <a:prstGeom prst="rect">
            <a:avLst/>
          </a:prstGeom>
        </p:spPr>
        <p:txBody>
          <a:bodyPr vert="horz" lIns="91440" tIns="45720" rIns="91440" bIns="45720" rtlCol="0" anchor="ctr"/>
          <a:lstStyle>
            <a:lvl1pPr algn="ctr">
              <a:defRPr sz="900" cap="all" baseline="0">
                <a:solidFill>
                  <a:srgbClr val="FFFFFF"/>
                </a:solidFill>
              </a:defRPr>
            </a:lvl1pPr>
          </a:lstStyle>
          <a:p>
            <a:endParaRPr lang="es-MX"/>
          </a:p>
        </p:txBody>
      </p:sp>
      <p:sp>
        <p:nvSpPr>
          <p:cNvPr id="6" name="Slide Number Placeholder 5"/>
          <p:cNvSpPr>
            <a:spLocks noGrp="1"/>
          </p:cNvSpPr>
          <p:nvPr>
            <p:ph type="sldNum" sz="quarter" idx="4"/>
          </p:nvPr>
        </p:nvSpPr>
        <p:spPr>
          <a:xfrm>
            <a:off x="9900458" y="6459785"/>
            <a:ext cx="1312025" cy="365125"/>
          </a:xfrm>
          <a:prstGeom prst="rect">
            <a:avLst/>
          </a:prstGeom>
        </p:spPr>
        <p:txBody>
          <a:bodyPr vert="horz" lIns="91440" tIns="45720" rIns="91440" bIns="45720" rtlCol="0" anchor="ctr"/>
          <a:lstStyle>
            <a:lvl1pPr algn="r">
              <a:defRPr sz="1050">
                <a:solidFill>
                  <a:srgbClr val="FFFFFF"/>
                </a:solidFill>
              </a:defRPr>
            </a:lvl1pPr>
          </a:lstStyle>
          <a:p>
            <a:fld id="{619A347B-87F2-4D03-BDC9-15593867D6B0}" type="slidenum">
              <a:rPr lang="es-MX" smtClean="0"/>
              <a:t>‹Nº›</a:t>
            </a:fld>
            <a:endParaRPr lang="es-MX"/>
          </a:p>
        </p:txBody>
      </p:sp>
      <p:cxnSp>
        <p:nvCxnSpPr>
          <p:cNvPr id="10" name="Straight Connector 9"/>
          <p:cNvCxnSpPr/>
          <p:nvPr/>
        </p:nvCxnSpPr>
        <p:spPr>
          <a:xfrm>
            <a:off x="1193532" y="1737845"/>
            <a:ext cx="9966960" cy="0"/>
          </a:xfrm>
          <a:prstGeom prst="line">
            <a:avLst/>
          </a:prstGeom>
          <a:ln w="6350">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755480895"/>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 id="2147483672" r:id="rId12"/>
  </p:sldLayoutIdLst>
  <p:txStyles>
    <p:titleStyle>
      <a:lvl1pPr algn="l" defTabSz="914400" rtl="0" eaLnBrk="1" latinLnBrk="0" hangingPunct="1">
        <a:lnSpc>
          <a:spcPct val="85000"/>
        </a:lnSpc>
        <a:spcBef>
          <a:spcPct val="0"/>
        </a:spcBef>
        <a:buNone/>
        <a:defRPr sz="4800" kern="1200" spc="-50" baseline="0">
          <a:solidFill>
            <a:schemeClr val="tx1">
              <a:lumMod val="75000"/>
              <a:lumOff val="25000"/>
            </a:schemeClr>
          </a:solidFill>
          <a:latin typeface="+mj-lt"/>
          <a:ea typeface="+mj-ea"/>
          <a:cs typeface="+mj-cs"/>
        </a:defRPr>
      </a:lvl1pPr>
    </p:titleStyle>
    <p:bodyStyle>
      <a:lvl1pPr marL="91440" indent="-91440" algn="l" defTabSz="914400" rtl="0" eaLnBrk="1" latinLnBrk="0" hangingPunct="1">
        <a:lnSpc>
          <a:spcPct val="90000"/>
        </a:lnSpc>
        <a:spcBef>
          <a:spcPts val="1200"/>
        </a:spcBef>
        <a:spcAft>
          <a:spcPts val="200"/>
        </a:spcAft>
        <a:buClr>
          <a:schemeClr val="accent1"/>
        </a:buClr>
        <a:buSzPct val="100000"/>
        <a:buFont typeface="Calibri" panose="020F0502020204030204" pitchFamily="34" charset="0"/>
        <a:buChar char=" "/>
        <a:defRPr sz="2000" kern="1200">
          <a:solidFill>
            <a:schemeClr val="tx1">
              <a:lumMod val="75000"/>
              <a:lumOff val="25000"/>
            </a:schemeClr>
          </a:solidFill>
          <a:latin typeface="+mn-lt"/>
          <a:ea typeface="+mn-ea"/>
          <a:cs typeface="+mn-cs"/>
        </a:defRPr>
      </a:lvl1pPr>
      <a:lvl2pPr marL="384048" indent="-182880" algn="l" defTabSz="914400" rtl="0" eaLnBrk="1" latinLnBrk="0" hangingPunct="1">
        <a:lnSpc>
          <a:spcPct val="90000"/>
        </a:lnSpc>
        <a:spcBef>
          <a:spcPts val="200"/>
        </a:spcBef>
        <a:spcAft>
          <a:spcPts val="400"/>
        </a:spcAft>
        <a:buClr>
          <a:schemeClr val="accent1"/>
        </a:buClr>
        <a:buFont typeface="Calibri" pitchFamily="34" charset="0"/>
        <a:buChar char="◦"/>
        <a:defRPr sz="1800" kern="1200">
          <a:solidFill>
            <a:schemeClr val="tx1">
              <a:lumMod val="75000"/>
              <a:lumOff val="25000"/>
            </a:schemeClr>
          </a:solidFill>
          <a:latin typeface="+mn-lt"/>
          <a:ea typeface="+mn-ea"/>
          <a:cs typeface="+mn-cs"/>
        </a:defRPr>
      </a:lvl2pPr>
      <a:lvl3pPr marL="566928" indent="-18288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3pPr>
      <a:lvl4pPr marL="749808" indent="-18288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4pPr>
      <a:lvl5pPr marL="932688" indent="-18288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5pPr>
      <a:lvl6pPr marL="1100000" indent="-22860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6pPr>
      <a:lvl7pPr marL="1300000" indent="-22860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7pPr>
      <a:lvl8pPr marL="1500000" indent="-22860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8pPr>
      <a:lvl9pPr marL="1700000" indent="-22860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4BA6C381-25EF-718C-A62C-8E9D7AF29DA4}"/>
              </a:ext>
            </a:extLst>
          </p:cNvPr>
          <p:cNvSpPr>
            <a:spLocks noGrp="1"/>
          </p:cNvSpPr>
          <p:nvPr>
            <p:ph type="ctrTitle"/>
          </p:nvPr>
        </p:nvSpPr>
        <p:spPr/>
        <p:txBody>
          <a:bodyPr>
            <a:normAutofit/>
          </a:bodyPr>
          <a:lstStyle/>
          <a:p>
            <a:r>
              <a:rPr lang="es-MX" sz="4000" b="1"/>
              <a:t>Creacion de Personajes</a:t>
            </a:r>
          </a:p>
        </p:txBody>
      </p:sp>
      <p:sp>
        <p:nvSpPr>
          <p:cNvPr id="3" name="Subtítulo 2">
            <a:extLst>
              <a:ext uri="{FF2B5EF4-FFF2-40B4-BE49-F238E27FC236}">
                <a16:creationId xmlns:a16="http://schemas.microsoft.com/office/drawing/2014/main" id="{299FEC51-B1C9-BA6B-9919-50ED8A91D795}"/>
              </a:ext>
            </a:extLst>
          </p:cNvPr>
          <p:cNvSpPr>
            <a:spLocks noGrp="1"/>
          </p:cNvSpPr>
          <p:nvPr>
            <p:ph type="subTitle" idx="1"/>
          </p:nvPr>
        </p:nvSpPr>
        <p:spPr/>
        <p:txBody>
          <a:bodyPr>
            <a:normAutofit/>
          </a:bodyPr>
          <a:lstStyle/>
          <a:p>
            <a:r>
              <a:rPr lang="es-ES" sz="2200"/>
              <a:t>Del concepto al personaje que el espectador no puede olvidar</a:t>
            </a:r>
            <a:endParaRPr lang="es-MX" sz="2200"/>
          </a:p>
        </p:txBody>
      </p:sp>
    </p:spTree>
    <p:extLst>
      <p:ext uri="{BB962C8B-B14F-4D97-AF65-F5344CB8AC3E}">
        <p14:creationId xmlns:p14="http://schemas.microsoft.com/office/powerpoint/2010/main" val="887549270"/>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56481146-3E33-DADF-6D41-4CC010711AEB}"/>
              </a:ext>
            </a:extLst>
          </p:cNvPr>
          <p:cNvSpPr>
            <a:spLocks noGrp="1"/>
          </p:cNvSpPr>
          <p:nvPr>
            <p:ph type="title"/>
          </p:nvPr>
        </p:nvSpPr>
        <p:spPr/>
        <p:txBody>
          <a:bodyPr>
            <a:normAutofit/>
          </a:bodyPr>
          <a:lstStyle/>
          <a:p>
            <a:r>
              <a:rPr lang="es-ES" sz="2800" b="1"/>
              <a:t>No es el look. Es la contradiccion.</a:t>
            </a:r>
            <a:endParaRPr lang="es-MX" sz="2800" b="1"/>
          </a:p>
        </p:txBody>
      </p:sp>
      <p:sp>
        <p:nvSpPr>
          <p:cNvPr id="3" name="Marcador de texto 2">
            <a:extLst>
              <a:ext uri="{FF2B5EF4-FFF2-40B4-BE49-F238E27FC236}">
                <a16:creationId xmlns:a16="http://schemas.microsoft.com/office/drawing/2014/main" id="{E22CBACC-FB5B-80BD-1128-BA612BFE34AB}"/>
              </a:ext>
            </a:extLst>
          </p:cNvPr>
          <p:cNvSpPr>
            <a:spLocks noGrp="1"/>
          </p:cNvSpPr>
          <p:nvPr>
            <p:ph type="body" idx="1"/>
          </p:nvPr>
        </p:nvSpPr>
        <p:spPr/>
        <p:txBody>
          <a:bodyPr>
            <a:normAutofit/>
          </a:bodyPr>
          <a:lstStyle/>
          <a:p>
            <a:r>
              <a:rPr lang="es-ES" sz="1600"/>
              <a:t>Un personaje memorable no es perfecto ni predecible.
Lo que lo hace interesante es la tension entre lo que QUIERE y lo que NECESITA.
Los mejores personajes actuan de forma que entendemos, aunque no compartamos sus decisiones.
"El espectador no necesita aprobar al personaje -- necesita entenderlo."</a:t>
            </a:r>
            <a:endParaRPr lang="es-MX" sz="1600"/>
          </a:p>
        </p:txBody>
      </p:sp>
    </p:spTree>
    <p:extLst>
      <p:ext uri="{BB962C8B-B14F-4D97-AF65-F5344CB8AC3E}">
        <p14:creationId xmlns:p14="http://schemas.microsoft.com/office/powerpoint/2010/main" val="241928005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4120858A-3BA0-FBB5-7C34-60C90B220886}"/>
              </a:ext>
            </a:extLst>
          </p:cNvPr>
          <p:cNvSpPr>
            <a:spLocks noGrp="1"/>
          </p:cNvSpPr>
          <p:nvPr>
            <p:ph type="title"/>
          </p:nvPr>
        </p:nvSpPr>
        <p:spPr/>
        <p:txBody>
          <a:bodyPr>
            <a:normAutofit/>
          </a:bodyPr>
          <a:lstStyle/>
          <a:p>
            <a:r>
              <a:rPr lang="es-MX" sz="2800" b="1"/>
              <a:t>1D, 2D, 3D -- Una decision dramatica, no de calidad</a:t>
            </a:r>
          </a:p>
        </p:txBody>
      </p:sp>
      <p:sp>
        <p:nvSpPr>
          <p:cNvPr id="3" name="Marcador de texto 2">
            <a:extLst>
              <a:ext uri="{FF2B5EF4-FFF2-40B4-BE49-F238E27FC236}">
                <a16:creationId xmlns:a16="http://schemas.microsoft.com/office/drawing/2014/main" id="{F141097E-FC40-C5B2-E0D3-67D749269CF6}"/>
              </a:ext>
            </a:extLst>
          </p:cNvPr>
          <p:cNvSpPr>
            <a:spLocks noGrp="1"/>
          </p:cNvSpPr>
          <p:nvPr>
            <p:ph type="body" idx="1"/>
          </p:nvPr>
        </p:nvSpPr>
        <p:spPr/>
        <p:txBody>
          <a:bodyPr>
            <a:normAutofit/>
          </a:bodyPr>
          <a:lstStyle/>
          <a:p>
            <a:r>
              <a:rPr lang="es-ES" sz="1600"/>
              <a:t>3D   Psicologia completa, contradicciones, arco real
     Protagonistas, antagonistas profundos
2D   Un rasgo dominante + una contradiccion
     Secundarios funcionales, aliados
1D   Un rasgo, una funcion, un momento
     El barman, el guardia, el taxista
La dimension define cuanto desarrollo necesita el personaje -- no que tan bueno es.</a:t>
            </a:r>
            <a:endParaRPr lang="es-MX" sz="1600"/>
          </a:p>
        </p:txBody>
      </p:sp>
    </p:spTree>
    <p:extLst>
      <p:ext uri="{BB962C8B-B14F-4D97-AF65-F5344CB8AC3E}">
        <p14:creationId xmlns:p14="http://schemas.microsoft.com/office/powerpoint/2010/main" val="2014203906"/>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41A757B4-A6F9-B7A6-56A3-D3D9EFA3F0BB}"/>
              </a:ext>
            </a:extLst>
          </p:cNvPr>
          <p:cNvSpPr>
            <a:spLocks noGrp="1"/>
          </p:cNvSpPr>
          <p:nvPr>
            <p:ph type="title"/>
          </p:nvPr>
        </p:nvSpPr>
        <p:spPr/>
        <p:txBody>
          <a:bodyPr>
            <a:normAutofit/>
          </a:bodyPr>
          <a:lstStyle/>
          <a:p>
            <a:r>
              <a:rPr lang="es-MX" sz="2800" b="1"/>
              <a:t>El Protagonista -- Siempre 3D</a:t>
            </a:r>
          </a:p>
        </p:txBody>
      </p:sp>
      <p:sp>
        <p:nvSpPr>
          <p:cNvPr id="3" name="Marcador de texto 2">
            <a:extLst>
              <a:ext uri="{FF2B5EF4-FFF2-40B4-BE49-F238E27FC236}">
                <a16:creationId xmlns:a16="http://schemas.microsoft.com/office/drawing/2014/main" id="{B5DAB9DE-3263-ED88-061C-F7E03383A731}"/>
              </a:ext>
            </a:extLst>
          </p:cNvPr>
          <p:cNvSpPr>
            <a:spLocks noGrp="1"/>
          </p:cNvSpPr>
          <p:nvPr>
            <p:ph type="body" idx="1"/>
          </p:nvPr>
        </p:nvSpPr>
        <p:spPr/>
        <p:txBody>
          <a:bodyPr>
            <a:normAutofit/>
          </a:bodyPr>
          <a:lstStyle/>
          <a:p>
            <a:r>
              <a:rPr lang="es-ES" sz="1600"/>
              <a:t>Tiene un objetivo externo claro: lo que quiere
Tiene un objetivo interno oculto: lo que necesita
Carga con una herida del pasado que todavia sangra
Guarda un secreto que contradice su imagen publica
Tiene un habito filmable que revela psicologia sin dialogo
Cambia -- o el mundo a su alrededor cambia por el
Pregunta clave: Que tiene que aprender para estar completo?</a:t>
            </a:r>
            <a:endParaRPr lang="es-MX" sz="1600"/>
          </a:p>
        </p:txBody>
      </p:sp>
    </p:spTree>
    <p:extLst>
      <p:ext uri="{BB962C8B-B14F-4D97-AF65-F5344CB8AC3E}">
        <p14:creationId xmlns:p14="http://schemas.microsoft.com/office/powerpoint/2010/main" val="3148431887"/>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372EB61C-D2CB-6568-E610-FA2893589D82}"/>
              </a:ext>
            </a:extLst>
          </p:cNvPr>
          <p:cNvSpPr>
            <a:spLocks noGrp="1"/>
          </p:cNvSpPr>
          <p:nvPr>
            <p:ph type="title"/>
          </p:nvPr>
        </p:nvSpPr>
        <p:spPr/>
        <p:txBody>
          <a:bodyPr>
            <a:normAutofit/>
          </a:bodyPr>
          <a:lstStyle/>
          <a:p>
            <a:r>
              <a:rPr lang="es-ES" sz="2800" b="1"/>
              <a:t>El Antagonista -- El mejor cree que tiene razon</a:t>
            </a:r>
            <a:endParaRPr lang="es-MX" sz="2800" b="1"/>
          </a:p>
        </p:txBody>
      </p:sp>
      <p:sp>
        <p:nvSpPr>
          <p:cNvPr id="3" name="Marcador de texto 2">
            <a:extLst>
              <a:ext uri="{FF2B5EF4-FFF2-40B4-BE49-F238E27FC236}">
                <a16:creationId xmlns:a16="http://schemas.microsoft.com/office/drawing/2014/main" id="{C95B3B3E-D55C-786A-0F89-9E5041C510C6}"/>
              </a:ext>
            </a:extLst>
          </p:cNvPr>
          <p:cNvSpPr>
            <a:spLocks noGrp="1"/>
          </p:cNvSpPr>
          <p:nvPr>
            <p:ph type="body" idx="1"/>
          </p:nvPr>
        </p:nvSpPr>
        <p:spPr/>
        <p:txBody>
          <a:bodyPr>
            <a:normAutofit/>
          </a:bodyPr>
          <a:lstStyle/>
          <a:p>
            <a:r>
              <a:rPr lang="es-ES" sz="1600"/>
              <a:t>Puede ser 3D o 2D segun su funcion dramatica.
3D: tiene psicologia, herida propia, motivacion que entendemos
2D: es una fuerza, un arquetipo, un obstaculo -- igual de valido
El antagonista 3D mas poderoso es un espejo del protagonista:
mismo origen, diferente eleccion.
Pregunta clave: Por que cree genuinamente que esta haciendo lo correcto?</a:t>
            </a:r>
            <a:endParaRPr lang="es-MX" sz="1600"/>
          </a:p>
        </p:txBody>
      </p:sp>
    </p:spTree>
    <p:extLst>
      <p:ext uri="{BB962C8B-B14F-4D97-AF65-F5344CB8AC3E}">
        <p14:creationId xmlns:p14="http://schemas.microsoft.com/office/powerpoint/2010/main" val="421265974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A3B89857-C8B7-06C4-992F-71559EFFBA71}"/>
              </a:ext>
            </a:extLst>
          </p:cNvPr>
          <p:cNvSpPr>
            <a:spLocks noGrp="1"/>
          </p:cNvSpPr>
          <p:nvPr>
            <p:ph type="title"/>
          </p:nvPr>
        </p:nvSpPr>
        <p:spPr/>
        <p:txBody>
          <a:bodyPr>
            <a:normAutofit/>
          </a:bodyPr>
          <a:lstStyle/>
          <a:p>
            <a:r>
              <a:rPr lang="es-MX" sz="2800" b="1"/>
              <a:t>Personajes Secundarios</a:t>
            </a:r>
          </a:p>
        </p:txBody>
      </p:sp>
      <p:sp>
        <p:nvSpPr>
          <p:cNvPr id="3" name="Marcador de texto 2">
            <a:extLst>
              <a:ext uri="{FF2B5EF4-FFF2-40B4-BE49-F238E27FC236}">
                <a16:creationId xmlns:a16="http://schemas.microsoft.com/office/drawing/2014/main" id="{ECDAEDA5-8F07-8A6C-9952-EED3AD27C872}"/>
              </a:ext>
            </a:extLst>
          </p:cNvPr>
          <p:cNvSpPr>
            <a:spLocks noGrp="1"/>
          </p:cNvSpPr>
          <p:nvPr>
            <p:ph type="body" idx="1"/>
          </p:nvPr>
        </p:nvSpPr>
        <p:spPr/>
        <p:txBody>
          <a:bodyPr>
            <a:normAutofit/>
          </a:bodyPr>
          <a:lstStyle/>
          <a:p>
            <a:r>
              <a:rPr lang="es-ES" sz="1600"/>
              <a:t>SECUNDARIO 3D
  Tiene agenda propia, no solo reacciona al protagonista
  Puede tener arco que refleje o contraste el del protagonista
  Archivos: Ficha + Psicologia + Motivacion + Arco
SECUNDARIO 2D
  Definido por una funcion clara y un rasgo memorable
  Solo necesita Ficha y Motivacion basica
Regla de oro: Si dos secundarios hacen lo mismo, uno sobra.</a:t>
            </a:r>
            <a:endParaRPr lang="es-MX" sz="1600"/>
          </a:p>
        </p:txBody>
      </p:sp>
    </p:spTree>
    <p:extLst>
      <p:ext uri="{BB962C8B-B14F-4D97-AF65-F5344CB8AC3E}">
        <p14:creationId xmlns:p14="http://schemas.microsoft.com/office/powerpoint/2010/main" val="278963995"/>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B065D065-3123-710F-7BD2-999145E1AD58}"/>
              </a:ext>
            </a:extLst>
          </p:cNvPr>
          <p:cNvSpPr>
            <a:spLocks noGrp="1"/>
          </p:cNvSpPr>
          <p:nvPr>
            <p:ph type="title"/>
          </p:nvPr>
        </p:nvSpPr>
        <p:spPr/>
        <p:txBody>
          <a:bodyPr>
            <a:normAutofit/>
          </a:bodyPr>
          <a:lstStyle/>
          <a:p>
            <a:r>
              <a:rPr lang="es-ES" sz="2800" b="1"/>
              <a:t>Personajes Terciarios -- Pequenos pero memorables</a:t>
            </a:r>
            <a:endParaRPr lang="es-MX" sz="2800" b="1"/>
          </a:p>
        </p:txBody>
      </p:sp>
      <p:sp>
        <p:nvSpPr>
          <p:cNvPr id="3" name="Marcador de texto 2">
            <a:extLst>
              <a:ext uri="{FF2B5EF4-FFF2-40B4-BE49-F238E27FC236}">
                <a16:creationId xmlns:a16="http://schemas.microsoft.com/office/drawing/2014/main" id="{3C150568-E66D-3BFC-FBE2-DD7582DA6333}"/>
              </a:ext>
            </a:extLst>
          </p:cNvPr>
          <p:cNvSpPr>
            <a:spLocks noGrp="1"/>
          </p:cNvSpPr>
          <p:nvPr>
            <p:ph type="body" idx="1"/>
          </p:nvPr>
        </p:nvSpPr>
        <p:spPr/>
        <p:txBody>
          <a:bodyPr>
            <a:normAutofit/>
          </a:bodyPr>
          <a:lstStyle/>
          <a:p>
            <a:r>
              <a:rPr lang="es-ES" sz="1600"/>
              <a:t>1D -- Un rasgo, una funcion, un momento. Suficiente.
2D -- Un rasgo + una contradiccion que lo vuelve inesperado.
El secreto del terciario memorable:
Un detalle especifico que el espectador no olvida aunque aparezca 30 segundos.
Ejemplo:
El barman que llena el vaso un poco mas cuando ve sangre en la ropa del cliente.
Sin dialogo. Sin nombre. Imposible de olvidar.</a:t>
            </a:r>
            <a:endParaRPr lang="es-MX" sz="1600"/>
          </a:p>
        </p:txBody>
      </p:sp>
    </p:spTree>
    <p:extLst>
      <p:ext uri="{BB962C8B-B14F-4D97-AF65-F5344CB8AC3E}">
        <p14:creationId xmlns:p14="http://schemas.microsoft.com/office/powerpoint/2010/main" val="4008825439"/>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005ED2E5-984A-9F8D-70F8-2C027D235C15}"/>
              </a:ext>
            </a:extLst>
          </p:cNvPr>
          <p:cNvSpPr>
            <a:spLocks noGrp="1"/>
          </p:cNvSpPr>
          <p:nvPr>
            <p:ph type="title"/>
          </p:nvPr>
        </p:nvSpPr>
        <p:spPr/>
        <p:txBody>
          <a:bodyPr>
            <a:normAutofit/>
          </a:bodyPr>
          <a:lstStyle/>
          <a:p>
            <a:r>
              <a:rPr lang="es-ES" sz="2800" b="1"/>
              <a:t>Herramienta 1: Motivacion en dos niveles</a:t>
            </a:r>
            <a:endParaRPr lang="es-MX" sz="2800" b="1"/>
          </a:p>
        </p:txBody>
      </p:sp>
      <p:sp>
        <p:nvSpPr>
          <p:cNvPr id="3" name="Marcador de texto 2">
            <a:extLst>
              <a:ext uri="{FF2B5EF4-FFF2-40B4-BE49-F238E27FC236}">
                <a16:creationId xmlns:a16="http://schemas.microsoft.com/office/drawing/2014/main" id="{87325765-86CD-F523-8B1C-135B846EADD3}"/>
              </a:ext>
            </a:extLst>
          </p:cNvPr>
          <p:cNvSpPr>
            <a:spLocks noGrp="1"/>
          </p:cNvSpPr>
          <p:nvPr>
            <p:ph type="body" idx="1"/>
          </p:nvPr>
        </p:nvSpPr>
        <p:spPr/>
        <p:txBody>
          <a:bodyPr>
            <a:noAutofit/>
          </a:bodyPr>
          <a:lstStyle/>
          <a:p>
            <a:r>
              <a:rPr lang="es-ES" sz="1600"/>
              <a:t>LO QUE QUIERE (objetivo externo)
Visible, de trama. El espectador lo ve desde el inicio.
LO QUE NECESITA (objetivo interno)
Emocional, de arco. El personaje no siempre lo sabe.
Si quiere y necesita son lo mismo -- no hay arco.
El conflicto entre ambos ES el corazon de la historia.
Ejemplo Bad Request:
  Quiere: destruir el C-metaverse
  Necesita: encontrar amor en un mundo que lo elimino</a:t>
            </a:r>
            <a:endParaRPr lang="es-MX" sz="1600"/>
          </a:p>
        </p:txBody>
      </p:sp>
    </p:spTree>
    <p:extLst>
      <p:ext uri="{BB962C8B-B14F-4D97-AF65-F5344CB8AC3E}">
        <p14:creationId xmlns:p14="http://schemas.microsoft.com/office/powerpoint/2010/main" val="4066590368"/>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3BEED0C3-C94F-08C4-187C-3AB3ED3FEA87}"/>
              </a:ext>
            </a:extLst>
          </p:cNvPr>
          <p:cNvSpPr>
            <a:spLocks noGrp="1"/>
          </p:cNvSpPr>
          <p:nvPr>
            <p:ph type="title"/>
          </p:nvPr>
        </p:nvSpPr>
        <p:spPr/>
        <p:txBody>
          <a:bodyPr>
            <a:normAutofit/>
          </a:bodyPr>
          <a:lstStyle/>
          <a:p>
            <a:r>
              <a:rPr lang="es-MX" sz="2800" b="1"/>
              <a:t>Herramienta 2: Piramide de Maslow</a:t>
            </a:r>
          </a:p>
        </p:txBody>
      </p:sp>
      <p:sp>
        <p:nvSpPr>
          <p:cNvPr id="3" name="Marcador de texto 2">
            <a:extLst>
              <a:ext uri="{FF2B5EF4-FFF2-40B4-BE49-F238E27FC236}">
                <a16:creationId xmlns:a16="http://schemas.microsoft.com/office/drawing/2014/main" id="{40A84F60-EF46-4FE6-97AE-39800D9BECD4}"/>
              </a:ext>
            </a:extLst>
          </p:cNvPr>
          <p:cNvSpPr>
            <a:spLocks noGrp="1"/>
          </p:cNvSpPr>
          <p:nvPr>
            <p:ph type="body" idx="1"/>
          </p:nvPr>
        </p:nvSpPr>
        <p:spPr/>
        <p:txBody>
          <a:bodyPr>
            <a:normAutofit/>
          </a:bodyPr>
          <a:lstStyle/>
          <a:p>
            <a:r>
              <a:rPr lang="es-ES" sz="1600"/>
              <a:t>[5] Autorrealizacion -- proposito, trascendencia
[4] Reconocimiento   -- logro, estatus, respeto
[3] Pertenencia      -- amor, amistad, comunidad
[2] Seguridad        -- estabilidad, orden, proteccion
[1] Fisiologico      -- supervivencia basica
Ancla la motivacion en algo concreto y creible.
Define en que nivel opera el personaje AL INICIO y AL FINAL.
El cambio entre ambos niveles define el arco.</a:t>
            </a:r>
            <a:endParaRPr lang="es-MX" sz="1600"/>
          </a:p>
        </p:txBody>
      </p:sp>
    </p:spTree>
    <p:extLst>
      <p:ext uri="{BB962C8B-B14F-4D97-AF65-F5344CB8AC3E}">
        <p14:creationId xmlns:p14="http://schemas.microsoft.com/office/powerpoint/2010/main" val="3798037741"/>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F048DAB0-87C1-B493-8B5D-8BC01C51ECD0}"/>
              </a:ext>
            </a:extLst>
          </p:cNvPr>
          <p:cNvSpPr>
            <a:spLocks noGrp="1"/>
          </p:cNvSpPr>
          <p:nvPr>
            <p:ph type="title"/>
          </p:nvPr>
        </p:nvSpPr>
        <p:spPr/>
        <p:txBody>
          <a:bodyPr>
            <a:normAutofit/>
          </a:bodyPr>
          <a:lstStyle/>
          <a:p>
            <a:r>
              <a:rPr lang="es-MX" sz="2800" b="1"/>
              <a:t>Herramienta 3: El Secreto</a:t>
            </a:r>
          </a:p>
        </p:txBody>
      </p:sp>
      <p:sp>
        <p:nvSpPr>
          <p:cNvPr id="3" name="Marcador de texto 2">
            <a:extLst>
              <a:ext uri="{FF2B5EF4-FFF2-40B4-BE49-F238E27FC236}">
                <a16:creationId xmlns:a16="http://schemas.microsoft.com/office/drawing/2014/main" id="{F06AB93E-0346-403D-49B3-92E9FBE34331}"/>
              </a:ext>
            </a:extLst>
          </p:cNvPr>
          <p:cNvSpPr>
            <a:spLocks noGrp="1"/>
          </p:cNvSpPr>
          <p:nvPr>
            <p:ph type="body" idx="1"/>
          </p:nvPr>
        </p:nvSpPr>
        <p:spPr/>
        <p:txBody>
          <a:bodyPr>
            <a:noAutofit/>
          </a:bodyPr>
          <a:lstStyle/>
          <a:p>
            <a:r>
              <a:rPr lang="es-ES" sz="1600"/>
              <a:t>El secreto mas poderoso contradice la imagen publica del personaje.
Las cuatro preguntas:
1. Cual es el secreto?
2. Que cosa devastadora pasaria si se revelara?
3. Ha crecido con el tiempo? Pesa mas a medida que avanza la historia?
4. Como reaccionarian los demas al saberlo?
Ejemplo Bad Request:
Suena con ser musico de elite en el sistema que quiere destruir.
Si Return Void lo supiera, perderia toda credibilidad.</a:t>
            </a:r>
            <a:endParaRPr lang="es-MX" sz="1600"/>
          </a:p>
        </p:txBody>
      </p:sp>
    </p:spTree>
    <p:extLst>
      <p:ext uri="{BB962C8B-B14F-4D97-AF65-F5344CB8AC3E}">
        <p14:creationId xmlns:p14="http://schemas.microsoft.com/office/powerpoint/2010/main" val="2384310617"/>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990B5AF6-CDB9-0966-9918-13CB9B32BAD9}"/>
              </a:ext>
            </a:extLst>
          </p:cNvPr>
          <p:cNvSpPr>
            <a:spLocks noGrp="1"/>
          </p:cNvSpPr>
          <p:nvPr>
            <p:ph type="title"/>
          </p:nvPr>
        </p:nvSpPr>
        <p:spPr/>
        <p:txBody>
          <a:bodyPr>
            <a:normAutofit/>
          </a:bodyPr>
          <a:lstStyle/>
          <a:p>
            <a:r>
              <a:rPr lang="es-MX" sz="2800" b="1"/>
              <a:t>Herramienta 4: Los Habitos</a:t>
            </a:r>
          </a:p>
        </p:txBody>
      </p:sp>
      <p:sp>
        <p:nvSpPr>
          <p:cNvPr id="3" name="Marcador de texto 2">
            <a:extLst>
              <a:ext uri="{FF2B5EF4-FFF2-40B4-BE49-F238E27FC236}">
                <a16:creationId xmlns:a16="http://schemas.microsoft.com/office/drawing/2014/main" id="{87C02883-CC46-519F-41E4-A120FC766AA1}"/>
              </a:ext>
            </a:extLst>
          </p:cNvPr>
          <p:cNvSpPr>
            <a:spLocks noGrp="1"/>
          </p:cNvSpPr>
          <p:nvPr>
            <p:ph type="body" idx="1"/>
          </p:nvPr>
        </p:nvSpPr>
        <p:spPr/>
        <p:txBody>
          <a:bodyPr>
            <a:noAutofit/>
          </a:bodyPr>
          <a:lstStyle/>
          <a:p>
            <a:r>
              <a:rPr lang="es-ES" sz="1600"/>
              <a:t>Un habito revela psicologia SIN dialogo -- es filmable.
No necesita ser espectacular. Necesita ser especifico.
Define:
  Cual es el habito?
  Es saludable o insalubre?
  Que personajes lo encuentran molesto o revelador?
Ejemplos:
  Bad Request no mira a los ojos -- le impide conectar con otros
  Valeria Codec revisa su score obsesivamente -- busca validacion en el sistema que controla
Un habito bien elegido dice mas que tres paginas de dialogo.</a:t>
            </a:r>
            <a:endParaRPr lang="es-MX" sz="1600"/>
          </a:p>
        </p:txBody>
      </p:sp>
    </p:spTree>
    <p:extLst>
      <p:ext uri="{BB962C8B-B14F-4D97-AF65-F5344CB8AC3E}">
        <p14:creationId xmlns:p14="http://schemas.microsoft.com/office/powerpoint/2010/main" val="3994342850"/>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096DFF39-A35A-FAF2-7958-5D022B115865}"/>
              </a:ext>
            </a:extLst>
          </p:cNvPr>
          <p:cNvSpPr>
            <a:spLocks noGrp="1"/>
          </p:cNvSpPr>
          <p:nvPr>
            <p:ph type="title"/>
          </p:nvPr>
        </p:nvSpPr>
        <p:spPr/>
        <p:txBody>
          <a:bodyPr>
            <a:normAutofit/>
          </a:bodyPr>
          <a:lstStyle/>
          <a:p>
            <a:r>
              <a:rPr lang="es-ES" sz="2800" b="1"/>
              <a:t>Herramienta 5: La Mentira que se Cree</a:t>
            </a:r>
            <a:endParaRPr lang="es-MX" sz="2800" b="1"/>
          </a:p>
        </p:txBody>
      </p:sp>
      <p:sp>
        <p:nvSpPr>
          <p:cNvPr id="3" name="Marcador de texto 2">
            <a:extLst>
              <a:ext uri="{FF2B5EF4-FFF2-40B4-BE49-F238E27FC236}">
                <a16:creationId xmlns:a16="http://schemas.microsoft.com/office/drawing/2014/main" id="{F4034B36-F835-71CC-1A09-F32C061640CB}"/>
              </a:ext>
            </a:extLst>
          </p:cNvPr>
          <p:cNvSpPr>
            <a:spLocks noGrp="1"/>
          </p:cNvSpPr>
          <p:nvPr>
            <p:ph type="body" idx="1"/>
          </p:nvPr>
        </p:nvSpPr>
        <p:spPr/>
        <p:txBody>
          <a:bodyPr>
            <a:noAutofit/>
          </a:bodyPr>
          <a:lstStyle/>
          <a:p>
            <a:r>
              <a:rPr lang="es-ES" sz="1600"/>
              <a:t>Todo protagonista 3D tiene una idea erronea sobre si mismo o el mundo.
Esa mentira explica por que no puede obtener lo que necesita.
El arco es el proceso de descubrir y enfrentar esa mentira.
SIN MENTIRA -- SIN ARCO.
Bad Request:   La gente puede despertar si ve la verdad
Verdad:        el mundo necesita un reinicio -- y el necesita amor
Valeria Codec: La gente no puede manejar la realidad
Verdad:        su miedo, no la realidad, la mantiene donde esta</a:t>
            </a:r>
            <a:endParaRPr lang="es-MX" sz="1600"/>
          </a:p>
        </p:txBody>
      </p:sp>
    </p:spTree>
    <p:extLst>
      <p:ext uri="{BB962C8B-B14F-4D97-AF65-F5344CB8AC3E}">
        <p14:creationId xmlns:p14="http://schemas.microsoft.com/office/powerpoint/2010/main" val="3522807872"/>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80E1DD68-58D0-4F32-C511-FAFE204B8243}"/>
              </a:ext>
            </a:extLst>
          </p:cNvPr>
          <p:cNvSpPr>
            <a:spLocks noGrp="1"/>
          </p:cNvSpPr>
          <p:nvPr>
            <p:ph type="title"/>
          </p:nvPr>
        </p:nvSpPr>
        <p:spPr/>
        <p:txBody>
          <a:bodyPr>
            <a:normAutofit/>
          </a:bodyPr>
          <a:lstStyle/>
          <a:p>
            <a:r>
              <a:rPr lang="es-MX" sz="2800" b="1"/>
              <a:t>Ejercicio: La Escena</a:t>
            </a:r>
          </a:p>
        </p:txBody>
      </p:sp>
      <p:sp>
        <p:nvSpPr>
          <p:cNvPr id="3" name="Marcador de texto 2">
            <a:extLst>
              <a:ext uri="{FF2B5EF4-FFF2-40B4-BE49-F238E27FC236}">
                <a16:creationId xmlns:a16="http://schemas.microsoft.com/office/drawing/2014/main" id="{C957DF8C-EA52-554E-6E2A-FC0BC1DCAB2D}"/>
              </a:ext>
            </a:extLst>
          </p:cNvPr>
          <p:cNvSpPr>
            <a:spLocks noGrp="1"/>
          </p:cNvSpPr>
          <p:nvPr>
            <p:ph type="body" idx="1"/>
          </p:nvPr>
        </p:nvSpPr>
        <p:spPr/>
        <p:txBody>
          <a:bodyPr>
            <a:normAutofit/>
          </a:bodyPr>
          <a:lstStyle/>
          <a:p>
            <a:r>
              <a:rPr lang="es-ES" sz="1600"/>
              <a:t>Escribe una escena corta donde la personalidad emerja de forma IMPLICITA.
Reglas:
  Incluye al menos un dialogo
  No declares quien es el personaje -- muestralo
  Usa su habito en la escena
  El lector debe entender al personaje sin que lo describas
Si tienes que explicar quien es el personaje,
la escena no esta haciendo su trabajo.</a:t>
            </a:r>
            <a:endParaRPr lang="es-MX" sz="1600"/>
          </a:p>
        </p:txBody>
      </p:sp>
    </p:spTree>
    <p:extLst>
      <p:ext uri="{BB962C8B-B14F-4D97-AF65-F5344CB8AC3E}">
        <p14:creationId xmlns:p14="http://schemas.microsoft.com/office/powerpoint/2010/main" val="1613476484"/>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0B851D4D-0F31-9353-667D-19AEC2FF6F7E}"/>
              </a:ext>
            </a:extLst>
          </p:cNvPr>
          <p:cNvSpPr>
            <a:spLocks noGrp="1"/>
          </p:cNvSpPr>
          <p:nvPr>
            <p:ph type="title"/>
          </p:nvPr>
        </p:nvSpPr>
        <p:spPr/>
        <p:txBody>
          <a:bodyPr>
            <a:normAutofit/>
          </a:bodyPr>
          <a:lstStyle/>
          <a:p>
            <a:r>
              <a:rPr lang="es-MX" sz="2800" b="1"/>
              <a:t>Ejemplo: Bad Request -- Protagonista 3D</a:t>
            </a:r>
          </a:p>
        </p:txBody>
      </p:sp>
      <p:sp>
        <p:nvSpPr>
          <p:cNvPr id="3" name="Marcador de texto 2">
            <a:extLst>
              <a:ext uri="{FF2B5EF4-FFF2-40B4-BE49-F238E27FC236}">
                <a16:creationId xmlns:a16="http://schemas.microsoft.com/office/drawing/2014/main" id="{598FE045-3659-7848-E1AF-7963D074B9DC}"/>
              </a:ext>
            </a:extLst>
          </p:cNvPr>
          <p:cNvSpPr>
            <a:spLocks noGrp="1"/>
          </p:cNvSpPr>
          <p:nvPr>
            <p:ph type="body" idx="1"/>
          </p:nvPr>
        </p:nvSpPr>
        <p:spPr/>
        <p:txBody>
          <a:bodyPr>
            <a:noAutofit/>
          </a:bodyPr>
          <a:lstStyle/>
          <a:p>
            <a:r>
              <a:rPr lang="es-ES" sz="1600"/>
              <a:t>Universo: Return Void (ciencia ficcion original)
Quiere    Destruir el C-metaverse y su orden de puntos
Necesita  Amor y conexion en un mundo que los elimino
Secreto   Suena con ser musico de elite en el sistema que combate
Habito    No mira a los ojos -- le impide conectar con otros
Mentira   Cree que el mundo se arregla llegando al ser de las personas
Arco:
De mercenario movido por ira
a actuar desde comprension y proposito</a:t>
            </a:r>
            <a:endParaRPr lang="es-MX" sz="1600"/>
          </a:p>
        </p:txBody>
      </p:sp>
    </p:spTree>
    <p:extLst>
      <p:ext uri="{BB962C8B-B14F-4D97-AF65-F5344CB8AC3E}">
        <p14:creationId xmlns:p14="http://schemas.microsoft.com/office/powerpoint/2010/main" val="1773449022"/>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3D0AB3BE-553B-5D51-1956-EA95A697292B}"/>
              </a:ext>
            </a:extLst>
          </p:cNvPr>
          <p:cNvSpPr>
            <a:spLocks noGrp="1"/>
          </p:cNvSpPr>
          <p:nvPr>
            <p:ph type="title"/>
          </p:nvPr>
        </p:nvSpPr>
        <p:spPr/>
        <p:txBody>
          <a:bodyPr>
            <a:normAutofit/>
          </a:bodyPr>
          <a:lstStyle/>
          <a:p>
            <a:r>
              <a:rPr lang="es-ES" sz="2800" b="1"/>
              <a:t>Para mas detalles -- Framework de Desarrollo</a:t>
            </a:r>
            <a:endParaRPr lang="es-MX" sz="2800" b="1"/>
          </a:p>
        </p:txBody>
      </p:sp>
      <p:sp>
        <p:nvSpPr>
          <p:cNvPr id="3" name="Marcador de texto 2">
            <a:extLst>
              <a:ext uri="{FF2B5EF4-FFF2-40B4-BE49-F238E27FC236}">
                <a16:creationId xmlns:a16="http://schemas.microsoft.com/office/drawing/2014/main" id="{58818F90-0B3C-E32D-3CE8-5970956A9BD0}"/>
              </a:ext>
            </a:extLst>
          </p:cNvPr>
          <p:cNvSpPr>
            <a:spLocks noGrp="1"/>
          </p:cNvSpPr>
          <p:nvPr>
            <p:ph type="body" idx="1"/>
          </p:nvPr>
        </p:nvSpPr>
        <p:spPr/>
        <p:txBody>
          <a:bodyPr>
            <a:noAutofit/>
          </a:bodyPr>
          <a:lstStyle/>
          <a:p>
            <a:r>
              <a:rPr lang="es-ES" sz="1600"/>
              <a:t>Este material forma parte de un framework cinematografico completo:
  Templates para cada tipo de personaje (3D, 2D, 1D)
  Ejercicios de inspiracion, escritura y desarrollo
  Fases desde el concepto hasta la postproduccion
  Ejemplos completos del universo Bad Request / Return Void
El framework esta disenado para convertirse en una app SaaS
para equipos de produccion, estudios y escuelas de cine.
Basado en Escribir Cine -- Alexander Steele</a:t>
            </a:r>
            <a:endParaRPr lang="es-MX" sz="1600"/>
          </a:p>
        </p:txBody>
      </p:sp>
    </p:spTree>
    <p:extLst>
      <p:ext uri="{BB962C8B-B14F-4D97-AF65-F5344CB8AC3E}">
        <p14:creationId xmlns:p14="http://schemas.microsoft.com/office/powerpoint/2010/main" val="4286737211"/>
      </p:ext>
    </p:extLst>
  </p:cSld>
  <p:clrMapOvr>
    <a:masterClrMapping/>
  </p:clrMapOvr>
</p:sld>
</file>

<file path=ppt/theme/theme1.xml><?xml version="1.0" encoding="utf-8"?>
<a:theme xmlns:a="http://schemas.openxmlformats.org/drawingml/2006/main" name="Retrospección">
  <a:themeElements>
    <a:clrScheme name="Retrospección">
      <a:dk1>
        <a:srgbClr val="000000"/>
      </a:dk1>
      <a:lt1>
        <a:sysClr val="window" lastClr="FFFFFF"/>
      </a:lt1>
      <a:dk2>
        <a:srgbClr val="637052"/>
      </a:dk2>
      <a:lt2>
        <a:srgbClr val="CCDDEA"/>
      </a:lt2>
      <a:accent1>
        <a:srgbClr val="E48312"/>
      </a:accent1>
      <a:accent2>
        <a:srgbClr val="BD582C"/>
      </a:accent2>
      <a:accent3>
        <a:srgbClr val="865640"/>
      </a:accent3>
      <a:accent4>
        <a:srgbClr val="9B8357"/>
      </a:accent4>
      <a:accent5>
        <a:srgbClr val="C2BC80"/>
      </a:accent5>
      <a:accent6>
        <a:srgbClr val="94A088"/>
      </a:accent6>
      <a:hlink>
        <a:srgbClr val="2998E3"/>
      </a:hlink>
      <a:folHlink>
        <a:srgbClr val="8C8C8C"/>
      </a:folHlink>
    </a:clrScheme>
    <a:fontScheme name="Retrospección">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Retrospección">
      <a:fillStyleLst>
        <a:solidFill>
          <a:schemeClr val="phClr"/>
        </a:solidFill>
        <a:gradFill rotWithShape="1">
          <a:gsLst>
            <a:gs pos="0">
              <a:schemeClr val="phClr">
                <a:tint val="65000"/>
                <a:shade val="92000"/>
                <a:satMod val="130000"/>
              </a:schemeClr>
            </a:gs>
            <a:gs pos="45000">
              <a:schemeClr val="phClr">
                <a:tint val="60000"/>
                <a:shade val="99000"/>
                <a:satMod val="120000"/>
              </a:schemeClr>
            </a:gs>
            <a:gs pos="100000">
              <a:schemeClr val="phClr">
                <a:tint val="55000"/>
                <a:satMod val="140000"/>
              </a:schemeClr>
            </a:gs>
          </a:gsLst>
          <a:path path="circle">
            <a:fillToRect l="100000" t="100000" r="100000" b="100000"/>
          </a:path>
        </a:gradFill>
        <a:gradFill rotWithShape="1">
          <a:gsLst>
            <a:gs pos="0">
              <a:schemeClr val="phClr">
                <a:shade val="85000"/>
                <a:satMod val="130000"/>
              </a:schemeClr>
            </a:gs>
            <a:gs pos="34000">
              <a:schemeClr val="phClr">
                <a:shade val="87000"/>
                <a:satMod val="125000"/>
              </a:schemeClr>
            </a:gs>
            <a:gs pos="70000">
              <a:schemeClr val="phClr">
                <a:tint val="100000"/>
                <a:shade val="90000"/>
                <a:satMod val="130000"/>
              </a:schemeClr>
            </a:gs>
            <a:gs pos="100000">
              <a:schemeClr val="phClr">
                <a:tint val="100000"/>
                <a:shade val="100000"/>
                <a:satMod val="110000"/>
              </a:schemeClr>
            </a:gs>
          </a:gsLst>
          <a:path path="circle">
            <a:fillToRect l="100000" t="100000" r="100000" b="100000"/>
          </a:path>
        </a:gradFill>
      </a:fillStyleLst>
      <a:lnStyleLst>
        <a:ln w="12700" cap="flat" cmpd="sng" algn="ctr">
          <a:solidFill>
            <a:schemeClr val="phClr"/>
          </a:solidFill>
          <a:prstDash val="solid"/>
        </a:ln>
        <a:ln w="15875" cap="flat" cmpd="sng" algn="ctr">
          <a:solidFill>
            <a:schemeClr val="phClr"/>
          </a:solidFill>
          <a:prstDash val="solid"/>
        </a:ln>
        <a:ln w="25400" cap="flat" cmpd="sng" algn="ctr">
          <a:solidFill>
            <a:schemeClr val="phClr"/>
          </a:solidFill>
          <a:prstDash val="solid"/>
        </a:ln>
      </a:lnStyleLst>
      <a:effectStyleLst>
        <a:effectStyle>
          <a:effectLst/>
        </a:effectStyle>
        <a:effectStyle>
          <a:effectLst>
            <a:outerShdw blurRad="38100" dist="25400" dir="2700000" algn="br" rotWithShape="0">
              <a:srgbClr val="000000">
                <a:alpha val="60000"/>
              </a:srgbClr>
            </a:outerShdw>
          </a:effectLst>
        </a:effectStyle>
        <a:effectStyle>
          <a:effectLst>
            <a:outerShdw blurRad="44450" dist="25400" dir="2700000" algn="br" rotWithShape="0">
              <a:srgbClr val="000000">
                <a:alpha val="60000"/>
              </a:srgbClr>
            </a:outerShdw>
          </a:effectLst>
          <a:scene3d>
            <a:camera prst="orthographicFront">
              <a:rot lat="0" lon="0" rev="0"/>
            </a:camera>
            <a:lightRig rig="threePt" dir="t">
              <a:rot lat="0" lon="0" rev="19800000"/>
            </a:lightRig>
          </a:scene3d>
          <a:sp3d prstMaterial="flat">
            <a:bevelT w="25400" h="31750"/>
          </a:sp3d>
        </a:effectStyle>
      </a:effectStyleLst>
      <a:bgFillStyleLst>
        <a:solidFill>
          <a:schemeClr val="phClr"/>
        </a:solidFill>
        <a:solidFill>
          <a:schemeClr val="phClr">
            <a:tint val="90000"/>
            <a:shade val="97000"/>
            <a:satMod val="130000"/>
          </a:schemeClr>
        </a:solidFill>
        <a:gradFill rotWithShape="1">
          <a:gsLst>
            <a:gs pos="0">
              <a:schemeClr val="phClr">
                <a:tint val="96000"/>
                <a:shade val="99000"/>
                <a:satMod val="140000"/>
              </a:schemeClr>
            </a:gs>
            <a:gs pos="65000">
              <a:schemeClr val="phClr">
                <a:tint val="100000"/>
                <a:shade val="80000"/>
                <a:satMod val="130000"/>
              </a:schemeClr>
            </a:gs>
            <a:gs pos="100000">
              <a:schemeClr val="phClr">
                <a:tint val="100000"/>
                <a:shade val="48000"/>
                <a:satMod val="120000"/>
              </a:schemeClr>
            </a:gs>
          </a:gsLst>
          <a:lin ang="16200000" scaled="0"/>
        </a:gradFill>
      </a:bgFillStyleLst>
    </a:fmtScheme>
  </a:themeElements>
  <a:objectDefaults/>
  <a:extraClrSchemeLst/>
  <a:extLst>
    <a:ext uri="{05A4C25C-085E-4340-85A3-A5531E510DB2}">
      <thm15:themeFamily xmlns:thm15="http://schemas.microsoft.com/office/thememl/2012/main" name="Retrospect" id="{5F128B03-DCCA-4EEB-AB3B-CF2899314A46}" vid="{3F1AAB62-24C6-49D2-8E01-B56FAC9A3DCD}"/>
    </a:ext>
  </a:extLst>
</a:theme>
</file>

<file path=docProps/app.xml><?xml version="1.0" encoding="utf-8"?>
<Properties xmlns="http://schemas.openxmlformats.org/officeDocument/2006/extended-properties" xmlns:vt="http://schemas.openxmlformats.org/officeDocument/2006/docPropsVTypes">
  <Template>Retrospect</Template>
  <TotalTime>0</TotalTime>
  <Words>1256</Words>
  <Application>Microsoft Office PowerPoint</Application>
  <PresentationFormat>Personalizado</PresentationFormat>
  <Paragraphs>30</Paragraphs>
  <Slides>15</Slides>
  <Notes>0</Notes>
  <HiddenSlides>0</HiddenSlides>
  <MMClips>0</MMClips>
  <ScaleCrop>false</ScaleCrop>
  <HeadingPairs>
    <vt:vector size="6" baseType="variant">
      <vt:variant>
        <vt:lpstr>Fuentes usadas</vt:lpstr>
      </vt:variant>
      <vt:variant>
        <vt:i4>2</vt:i4>
      </vt:variant>
      <vt:variant>
        <vt:lpstr>Tema</vt:lpstr>
      </vt:variant>
      <vt:variant>
        <vt:i4>1</vt:i4>
      </vt:variant>
      <vt:variant>
        <vt:lpstr>Títulos de diapositiva</vt:lpstr>
      </vt:variant>
      <vt:variant>
        <vt:i4>15</vt:i4>
      </vt:variant>
    </vt:vector>
  </HeadingPairs>
  <TitlesOfParts>
    <vt:vector size="18" baseType="lpstr">
      <vt:lpstr>Calibri</vt:lpstr>
      <vt:lpstr>Calibri Light</vt:lpstr>
      <vt:lpstr>Retrospección</vt:lpstr>
      <vt:lpstr>Creacion de Personajes</vt:lpstr>
      <vt:lpstr>No es el look. Es la contradiccion.</vt:lpstr>
      <vt:lpstr>1D, 2D, 3D -- Una decision dramatica, no de calidad</vt:lpstr>
      <vt:lpstr>El Protagonista -- Siempre 3D</vt:lpstr>
      <vt:lpstr>El Antagonista -- El mejor cree que tiene razon</vt:lpstr>
      <vt:lpstr>Personajes Secundarios</vt:lpstr>
      <vt:lpstr>Personajes Terciarios -- Pequenos pero memorables</vt:lpstr>
      <vt:lpstr>Herramienta 1: Motivacion en dos niveles</vt:lpstr>
      <vt:lpstr>Herramienta 2: Piramide de Maslow</vt:lpstr>
      <vt:lpstr>Herramienta 3: El Secreto</vt:lpstr>
      <vt:lpstr>Herramienta 4: Los Habitos</vt:lpstr>
      <vt:lpstr>Herramienta 5: La Mentira que se Cree</vt:lpstr>
      <vt:lpstr>Ejercicio: La Escena</vt:lpstr>
      <vt:lpstr>Ejemplo: Bad Request -- Protagonista 3D</vt:lpstr>
      <vt:lpstr>Para mas detalles -- Framework de Desarrollo</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David Hernandez Hernandez</dc:creator>
  <cp:lastModifiedBy>David Hernandez Hernandez</cp:lastModifiedBy>
  <cp:revision>1</cp:revision>
  <dcterms:created xsi:type="dcterms:W3CDTF">2026-07-03T07:27:23Z</dcterms:created>
  <dcterms:modified xsi:type="dcterms:W3CDTF">2026-07-03T07:27:24Z</dcterms:modified>
</cp:coreProperties>
</file>